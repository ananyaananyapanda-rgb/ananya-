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13"/>
  </p:notesMasterIdLst>
  <p:sldIdLst>
    <p:sldId id="256" r:id="rId2"/>
    <p:sldId id="257" r:id="rId3"/>
    <p:sldId id="260" r:id="rId4"/>
    <p:sldId id="261" r:id="rId5"/>
    <p:sldId id="262" r:id="rId6"/>
    <p:sldId id="263" r:id="rId7"/>
    <p:sldId id="264" r:id="rId8"/>
    <p:sldId id="266" r:id="rId9"/>
    <p:sldId id="267" r:id="rId10"/>
    <p:sldId id="268"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33009EE-E023-4548-9B74-CBC8ADE473AE}">
          <p14:sldIdLst>
            <p14:sldId id="256"/>
            <p14:sldId id="257"/>
            <p14:sldId id="260"/>
            <p14:sldId id="261"/>
            <p14:sldId id="262"/>
            <p14:sldId id="263"/>
            <p14:sldId id="264"/>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BB97B4-0F13-425C-82A4-C46BDCC506E7}" v="3" dt="2026-06-24T14:46:42.431"/>
    <p1510:client id="{EA1821B6-CB9E-4011-9B87-4407C3A1B226}" v="5" dt="2026-06-24T16:22:52.2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gatisatapathy21@outlook.com" userId="d21f6e5b993c567c" providerId="LiveId" clId="{EC6CBAC5-8024-4E4D-B46A-1C363C64185A}"/>
    <pc:docChg chg="undo custSel addSld delSld modSld sldOrd modMainMaster addSection modSection">
      <pc:chgData name="pragatisatapathy21@outlook.com" userId="d21f6e5b993c567c" providerId="LiveId" clId="{EC6CBAC5-8024-4E4D-B46A-1C363C64185A}" dt="2026-06-24T16:33:17.826" v="6552" actId="14100"/>
      <pc:docMkLst>
        <pc:docMk/>
      </pc:docMkLst>
      <pc:sldChg chg="addSp delSp modSp mod setBg">
        <pc:chgData name="pragatisatapathy21@outlook.com" userId="d21f6e5b993c567c" providerId="LiveId" clId="{EC6CBAC5-8024-4E4D-B46A-1C363C64185A}" dt="2026-06-04T14:52:55.874" v="6128" actId="478"/>
        <pc:sldMkLst>
          <pc:docMk/>
          <pc:sldMk cId="177095761" sldId="256"/>
        </pc:sldMkLst>
        <pc:spChg chg="add mod">
          <ac:chgData name="pragatisatapathy21@outlook.com" userId="d21f6e5b993c567c" providerId="LiveId" clId="{EC6CBAC5-8024-4E4D-B46A-1C363C64185A}" dt="2026-06-04T04:59:25.941" v="1046" actId="20577"/>
          <ac:spMkLst>
            <pc:docMk/>
            <pc:sldMk cId="177095761" sldId="256"/>
            <ac:spMk id="2" creationId="{B3A86B47-7FF0-CE50-517A-E202051870D5}"/>
          </ac:spMkLst>
        </pc:spChg>
        <pc:spChg chg="add mod">
          <ac:chgData name="pragatisatapathy21@outlook.com" userId="d21f6e5b993c567c" providerId="LiveId" clId="{EC6CBAC5-8024-4E4D-B46A-1C363C64185A}" dt="2026-06-04T14:51:59.592" v="6123" actId="1076"/>
          <ac:spMkLst>
            <pc:docMk/>
            <pc:sldMk cId="177095761" sldId="256"/>
            <ac:spMk id="3" creationId="{43D13F28-86BA-E3D2-D561-3266A8779269}"/>
          </ac:spMkLst>
        </pc:spChg>
        <pc:spChg chg="add del mod">
          <ac:chgData name="pragatisatapathy21@outlook.com" userId="d21f6e5b993c567c" providerId="LiveId" clId="{EC6CBAC5-8024-4E4D-B46A-1C363C64185A}" dt="2026-06-04T12:41:41.154" v="6120" actId="20577"/>
          <ac:spMkLst>
            <pc:docMk/>
            <pc:sldMk cId="177095761" sldId="256"/>
            <ac:spMk id="4" creationId="{D9BB1C03-AB66-EDDF-1C7C-F655D7EEF6CF}"/>
          </ac:spMkLst>
        </pc:spChg>
        <pc:spChg chg="add del mod">
          <ac:chgData name="pragatisatapathy21@outlook.com" userId="d21f6e5b993c567c" providerId="LiveId" clId="{EC6CBAC5-8024-4E4D-B46A-1C363C64185A}" dt="2026-06-04T08:33:14.525" v="2100" actId="20577"/>
          <ac:spMkLst>
            <pc:docMk/>
            <pc:sldMk cId="177095761" sldId="256"/>
            <ac:spMk id="6" creationId="{3FD7E1A8-7E12-EEF2-2119-BB1337D82E60}"/>
          </ac:spMkLst>
        </pc:spChg>
        <pc:spChg chg="mod">
          <ac:chgData name="pragatisatapathy21@outlook.com" userId="d21f6e5b993c567c" providerId="LiveId" clId="{EC6CBAC5-8024-4E4D-B46A-1C363C64185A}" dt="2026-06-03T16:30:19.477" v="1012" actId="1076"/>
          <ac:spMkLst>
            <pc:docMk/>
            <pc:sldMk cId="177095761" sldId="256"/>
            <ac:spMk id="8" creationId="{EE5D3674-A53F-6A10-75AE-C89BA96D6C11}"/>
          </ac:spMkLst>
        </pc:spChg>
        <pc:spChg chg="add mod">
          <ac:chgData name="pragatisatapathy21@outlook.com" userId="d21f6e5b993c567c" providerId="LiveId" clId="{EC6CBAC5-8024-4E4D-B46A-1C363C64185A}" dt="2026-06-04T11:32:31.029" v="3930" actId="1076"/>
          <ac:spMkLst>
            <pc:docMk/>
            <pc:sldMk cId="177095761" sldId="256"/>
            <ac:spMk id="13" creationId="{37423886-38D0-786B-2042-5D844D6E9CFF}"/>
          </ac:spMkLst>
        </pc:spChg>
        <pc:picChg chg="mod">
          <ac:chgData name="pragatisatapathy21@outlook.com" userId="d21f6e5b993c567c" providerId="LiveId" clId="{EC6CBAC5-8024-4E4D-B46A-1C363C64185A}" dt="2026-06-04T05:09:56.007" v="1404" actId="1076"/>
          <ac:picMkLst>
            <pc:docMk/>
            <pc:sldMk cId="177095761" sldId="256"/>
            <ac:picMk id="5" creationId="{DAC531B1-6572-926C-C9D6-7855F6D0CCC3}"/>
          </ac:picMkLst>
        </pc:picChg>
      </pc:sldChg>
      <pc:sldChg chg="addSp delSp modSp new mod setBg">
        <pc:chgData name="pragatisatapathy21@outlook.com" userId="d21f6e5b993c567c" providerId="LiveId" clId="{EC6CBAC5-8024-4E4D-B46A-1C363C64185A}" dt="2026-06-04T08:59:53.771" v="2627" actId="27636"/>
        <pc:sldMkLst>
          <pc:docMk/>
          <pc:sldMk cId="3143176920" sldId="257"/>
        </pc:sldMkLst>
        <pc:spChg chg="mod">
          <ac:chgData name="pragatisatapathy21@outlook.com" userId="d21f6e5b993c567c" providerId="LiveId" clId="{EC6CBAC5-8024-4E4D-B46A-1C363C64185A}" dt="2026-06-04T08:12:38.701" v="1531" actId="1076"/>
          <ac:spMkLst>
            <pc:docMk/>
            <pc:sldMk cId="3143176920" sldId="257"/>
            <ac:spMk id="2" creationId="{61724A78-7FF3-C280-2FF5-DE1370466B0E}"/>
          </ac:spMkLst>
        </pc:spChg>
        <pc:spChg chg="add mod">
          <ac:chgData name="pragatisatapathy21@outlook.com" userId="d21f6e5b993c567c" providerId="LiveId" clId="{EC6CBAC5-8024-4E4D-B46A-1C363C64185A}" dt="2026-06-04T08:59:53.771" v="2627" actId="27636"/>
          <ac:spMkLst>
            <pc:docMk/>
            <pc:sldMk cId="3143176920" sldId="257"/>
            <ac:spMk id="6" creationId="{9DE51F12-8950-3C12-69CC-EF3FABC854BD}"/>
          </ac:spMkLst>
        </pc:spChg>
        <pc:spChg chg="add del mod">
          <ac:chgData name="pragatisatapathy21@outlook.com" userId="d21f6e5b993c567c" providerId="LiveId" clId="{EC6CBAC5-8024-4E4D-B46A-1C363C64185A}" dt="2026-06-04T08:58:35.032" v="2554" actId="20577"/>
          <ac:spMkLst>
            <pc:docMk/>
            <pc:sldMk cId="3143176920" sldId="257"/>
            <ac:spMk id="10" creationId="{F8FB1090-8CDF-4DFE-A7F4-FB68C63CE752}"/>
          </ac:spMkLst>
        </pc:spChg>
      </pc:sldChg>
      <pc:sldChg chg="addSp delSp modSp new mod">
        <pc:chgData name="pragatisatapathy21@outlook.com" userId="d21f6e5b993c567c" providerId="LiveId" clId="{EC6CBAC5-8024-4E4D-B46A-1C363C64185A}" dt="2026-06-24T15:15:12.940" v="6330" actId="14100"/>
        <pc:sldMkLst>
          <pc:docMk/>
          <pc:sldMk cId="3728916255" sldId="260"/>
        </pc:sldMkLst>
        <pc:spChg chg="add del mod">
          <ac:chgData name="pragatisatapathy21@outlook.com" userId="d21f6e5b993c567c" providerId="LiveId" clId="{EC6CBAC5-8024-4E4D-B46A-1C363C64185A}" dt="2026-06-24T15:15:12.940" v="6330" actId="14100"/>
          <ac:spMkLst>
            <pc:docMk/>
            <pc:sldMk cId="3728916255" sldId="260"/>
            <ac:spMk id="2" creationId="{58B76CDD-F4BA-6ABC-DB81-351AC7A6E578}"/>
          </ac:spMkLst>
        </pc:spChg>
        <pc:spChg chg="mod">
          <ac:chgData name="pragatisatapathy21@outlook.com" userId="d21f6e5b993c567c" providerId="LiveId" clId="{EC6CBAC5-8024-4E4D-B46A-1C363C64185A}" dt="2026-06-04T09:53:48.622" v="3797" actId="20577"/>
          <ac:spMkLst>
            <pc:docMk/>
            <pc:sldMk cId="3728916255" sldId="260"/>
            <ac:spMk id="3" creationId="{EB24EF50-6FE9-77F4-BC3A-779A4BD40FC6}"/>
          </ac:spMkLst>
        </pc:spChg>
      </pc:sldChg>
      <pc:sldChg chg="modSp new mod ord">
        <pc:chgData name="pragatisatapathy21@outlook.com" userId="d21f6e5b993c567c" providerId="LiveId" clId="{EC6CBAC5-8024-4E4D-B46A-1C363C64185A}" dt="2026-06-24T15:14:34.825" v="6329" actId="113"/>
        <pc:sldMkLst>
          <pc:docMk/>
          <pc:sldMk cId="4054654987" sldId="261"/>
        </pc:sldMkLst>
        <pc:spChg chg="mod">
          <ac:chgData name="pragatisatapathy21@outlook.com" userId="d21f6e5b993c567c" providerId="LiveId" clId="{EC6CBAC5-8024-4E4D-B46A-1C363C64185A}" dt="2026-06-24T15:14:34.825" v="6329" actId="113"/>
          <ac:spMkLst>
            <pc:docMk/>
            <pc:sldMk cId="4054654987" sldId="261"/>
            <ac:spMk id="2" creationId="{A596DF85-C395-EBF3-FA44-CA2D5C7A85FA}"/>
          </ac:spMkLst>
        </pc:spChg>
        <pc:spChg chg="mod">
          <ac:chgData name="pragatisatapathy21@outlook.com" userId="d21f6e5b993c567c" providerId="LiveId" clId="{EC6CBAC5-8024-4E4D-B46A-1C363C64185A}" dt="2026-06-04T11:48:19.105" v="4525" actId="20577"/>
          <ac:spMkLst>
            <pc:docMk/>
            <pc:sldMk cId="4054654987" sldId="261"/>
            <ac:spMk id="3" creationId="{615BEE5B-5C71-4E60-9AF6-EB92A9703A8A}"/>
          </ac:spMkLst>
        </pc:spChg>
      </pc:sldChg>
      <pc:sldChg chg="modSp new mod">
        <pc:chgData name="pragatisatapathy21@outlook.com" userId="d21f6e5b993c567c" providerId="LiveId" clId="{EC6CBAC5-8024-4E4D-B46A-1C363C64185A}" dt="2026-06-24T15:14:06.880" v="6326" actId="113"/>
        <pc:sldMkLst>
          <pc:docMk/>
          <pc:sldMk cId="3418105657" sldId="262"/>
        </pc:sldMkLst>
        <pc:spChg chg="mod">
          <ac:chgData name="pragatisatapathy21@outlook.com" userId="d21f6e5b993c567c" providerId="LiveId" clId="{EC6CBAC5-8024-4E4D-B46A-1C363C64185A}" dt="2026-06-24T15:14:06.880" v="6326" actId="113"/>
          <ac:spMkLst>
            <pc:docMk/>
            <pc:sldMk cId="3418105657" sldId="262"/>
            <ac:spMk id="2" creationId="{D4896CC6-2413-A840-3248-BAF8C7FAD053}"/>
          </ac:spMkLst>
        </pc:spChg>
        <pc:spChg chg="mod">
          <ac:chgData name="pragatisatapathy21@outlook.com" userId="d21f6e5b993c567c" providerId="LiveId" clId="{EC6CBAC5-8024-4E4D-B46A-1C363C64185A}" dt="2026-06-04T11:57:40.356" v="4802" actId="20577"/>
          <ac:spMkLst>
            <pc:docMk/>
            <pc:sldMk cId="3418105657" sldId="262"/>
            <ac:spMk id="3" creationId="{66B54281-2EEE-9940-D400-709754D7DC05}"/>
          </ac:spMkLst>
        </pc:spChg>
      </pc:sldChg>
      <pc:sldChg chg="modSp new mod">
        <pc:chgData name="pragatisatapathy21@outlook.com" userId="d21f6e5b993c567c" providerId="LiveId" clId="{EC6CBAC5-8024-4E4D-B46A-1C363C64185A}" dt="2026-06-04T12:29:40.565" v="5994" actId="20577"/>
        <pc:sldMkLst>
          <pc:docMk/>
          <pc:sldMk cId="741041507" sldId="263"/>
        </pc:sldMkLst>
        <pc:spChg chg="mod">
          <ac:chgData name="pragatisatapathy21@outlook.com" userId="d21f6e5b993c567c" providerId="LiveId" clId="{EC6CBAC5-8024-4E4D-B46A-1C363C64185A}" dt="2026-06-04T12:28:03.808" v="5898" actId="20577"/>
          <ac:spMkLst>
            <pc:docMk/>
            <pc:sldMk cId="741041507" sldId="263"/>
            <ac:spMk id="2" creationId="{707F35FF-0882-D993-3326-8CC5390C077D}"/>
          </ac:spMkLst>
        </pc:spChg>
        <pc:spChg chg="mod">
          <ac:chgData name="pragatisatapathy21@outlook.com" userId="d21f6e5b993c567c" providerId="LiveId" clId="{EC6CBAC5-8024-4E4D-B46A-1C363C64185A}" dt="2026-06-04T12:29:40.565" v="5994" actId="20577"/>
          <ac:spMkLst>
            <pc:docMk/>
            <pc:sldMk cId="741041507" sldId="263"/>
            <ac:spMk id="3" creationId="{054DC057-6CD2-7332-C69F-855947D45E07}"/>
          </ac:spMkLst>
        </pc:spChg>
      </pc:sldChg>
      <pc:sldChg chg="addSp delSp modSp new mod">
        <pc:chgData name="pragatisatapathy21@outlook.com" userId="d21f6e5b993c567c" providerId="LiveId" clId="{EC6CBAC5-8024-4E4D-B46A-1C363C64185A}" dt="2026-06-24T15:14:14.646" v="6327" actId="113"/>
        <pc:sldMkLst>
          <pc:docMk/>
          <pc:sldMk cId="1848551582" sldId="264"/>
        </pc:sldMkLst>
        <pc:spChg chg="del">
          <ac:chgData name="pragatisatapathy21@outlook.com" userId="d21f6e5b993c567c" providerId="LiveId" clId="{EC6CBAC5-8024-4E4D-B46A-1C363C64185A}" dt="2026-06-24T14:32:33.816" v="6131" actId="478"/>
          <ac:spMkLst>
            <pc:docMk/>
            <pc:sldMk cId="1848551582" sldId="264"/>
            <ac:spMk id="2" creationId="{79455C66-0A03-8374-8838-4917D9AFB54D}"/>
          </ac:spMkLst>
        </pc:spChg>
        <pc:spChg chg="del">
          <ac:chgData name="pragatisatapathy21@outlook.com" userId="d21f6e5b993c567c" providerId="LiveId" clId="{EC6CBAC5-8024-4E4D-B46A-1C363C64185A}" dt="2026-06-24T14:31:58.768" v="6130" actId="931"/>
          <ac:spMkLst>
            <pc:docMk/>
            <pc:sldMk cId="1848551582" sldId="264"/>
            <ac:spMk id="3" creationId="{2AB68FF8-9859-2AD4-4D7C-7FA64290A79A}"/>
          </ac:spMkLst>
        </pc:spChg>
        <pc:spChg chg="del">
          <ac:chgData name="pragatisatapathy21@outlook.com" userId="d21f6e5b993c567c" providerId="LiveId" clId="{EC6CBAC5-8024-4E4D-B46A-1C363C64185A}" dt="2026-06-24T14:32:37.004" v="6132" actId="478"/>
          <ac:spMkLst>
            <pc:docMk/>
            <pc:sldMk cId="1848551582" sldId="264"/>
            <ac:spMk id="4" creationId="{C2DAA283-3A5A-1CB3-BC66-C853575D5797}"/>
          </ac:spMkLst>
        </pc:spChg>
        <pc:spChg chg="add del mod">
          <ac:chgData name="pragatisatapathy21@outlook.com" userId="d21f6e5b993c567c" providerId="LiveId" clId="{EC6CBAC5-8024-4E4D-B46A-1C363C64185A}" dt="2026-06-24T14:44:57.226" v="6180"/>
          <ac:spMkLst>
            <pc:docMk/>
            <pc:sldMk cId="1848551582" sldId="264"/>
            <ac:spMk id="6" creationId="{65171833-D090-8850-E6AF-79CF5D1DC098}"/>
          </ac:spMkLst>
        </pc:spChg>
        <pc:spChg chg="add del mod">
          <ac:chgData name="pragatisatapathy21@outlook.com" userId="d21f6e5b993c567c" providerId="LiveId" clId="{EC6CBAC5-8024-4E4D-B46A-1C363C64185A}" dt="2026-06-24T14:46:35.864" v="6190"/>
          <ac:spMkLst>
            <pc:docMk/>
            <pc:sldMk cId="1848551582" sldId="264"/>
            <ac:spMk id="7" creationId="{633B31F2-07B0-D4AB-98E0-76E81FC063D3}"/>
          </ac:spMkLst>
        </pc:spChg>
        <pc:spChg chg="add mod">
          <ac:chgData name="pragatisatapathy21@outlook.com" userId="d21f6e5b993c567c" providerId="LiveId" clId="{EC6CBAC5-8024-4E4D-B46A-1C363C64185A}" dt="2026-06-24T15:14:14.646" v="6327" actId="113"/>
          <ac:spMkLst>
            <pc:docMk/>
            <pc:sldMk cId="1848551582" sldId="264"/>
            <ac:spMk id="8" creationId="{4A8953DE-B71D-2730-E12E-79EE870086D7}"/>
          </ac:spMkLst>
        </pc:spChg>
        <pc:spChg chg="add del mod">
          <ac:chgData name="pragatisatapathy21@outlook.com" userId="d21f6e5b993c567c" providerId="LiveId" clId="{EC6CBAC5-8024-4E4D-B46A-1C363C64185A}" dt="2026-06-24T14:37:08.130" v="6140" actId="478"/>
          <ac:spMkLst>
            <pc:docMk/>
            <pc:sldMk cId="1848551582" sldId="264"/>
            <ac:spMk id="9" creationId="{27CBE090-CC34-156D-9FC7-D27B375F6D6F}"/>
          </ac:spMkLst>
        </pc:spChg>
        <pc:picChg chg="add del mod">
          <ac:chgData name="pragatisatapathy21@outlook.com" userId="d21f6e5b993c567c" providerId="LiveId" clId="{EC6CBAC5-8024-4E4D-B46A-1C363C64185A}" dt="2026-06-24T14:42:17.190" v="6156" actId="478"/>
          <ac:picMkLst>
            <pc:docMk/>
            <pc:sldMk cId="1848551582" sldId="264"/>
            <ac:picMk id="3" creationId="{2E0D6A0D-4820-DB5E-0A63-1587DCE45BBF}"/>
          </ac:picMkLst>
        </pc:picChg>
        <pc:picChg chg="add mod">
          <ac:chgData name="pragatisatapathy21@outlook.com" userId="d21f6e5b993c567c" providerId="LiveId" clId="{EC6CBAC5-8024-4E4D-B46A-1C363C64185A}" dt="2026-06-24T15:10:45.965" v="6284" actId="1076"/>
          <ac:picMkLst>
            <pc:docMk/>
            <pc:sldMk cId="1848551582" sldId="264"/>
            <ac:picMk id="5" creationId="{C3623957-4768-A7D4-09CE-718210FEBA47}"/>
          </ac:picMkLst>
        </pc:picChg>
        <pc:picChg chg="add del mod ord">
          <ac:chgData name="pragatisatapathy21@outlook.com" userId="d21f6e5b993c567c" providerId="LiveId" clId="{EC6CBAC5-8024-4E4D-B46A-1C363C64185A}" dt="2026-06-24T14:36:56.343" v="6138" actId="478"/>
          <ac:picMkLst>
            <pc:docMk/>
            <pc:sldMk cId="1848551582" sldId="264"/>
            <ac:picMk id="7" creationId="{8F05FA79-4B39-D1C1-CAF8-1F1736CA35E4}"/>
          </ac:picMkLst>
        </pc:picChg>
        <pc:picChg chg="add del mod">
          <ac:chgData name="pragatisatapathy21@outlook.com" userId="d21f6e5b993c567c" providerId="LiveId" clId="{EC6CBAC5-8024-4E4D-B46A-1C363C64185A}" dt="2026-06-24T14:37:27.733" v="6143" actId="478"/>
          <ac:picMkLst>
            <pc:docMk/>
            <pc:sldMk cId="1848551582" sldId="264"/>
            <ac:picMk id="11" creationId="{7C049538-57FA-A5FE-3A8D-0479EE973284}"/>
          </ac:picMkLst>
        </pc:picChg>
        <pc:picChg chg="add del mod">
          <ac:chgData name="pragatisatapathy21@outlook.com" userId="d21f6e5b993c567c" providerId="LiveId" clId="{EC6CBAC5-8024-4E4D-B46A-1C363C64185A}" dt="2026-06-24T14:38:06.262" v="6148" actId="21"/>
          <ac:picMkLst>
            <pc:docMk/>
            <pc:sldMk cId="1848551582" sldId="264"/>
            <ac:picMk id="13" creationId="{BF7F9476-87F8-4076-1006-11338B2FBDDF}"/>
          </ac:picMkLst>
        </pc:picChg>
      </pc:sldChg>
      <pc:sldChg chg="delSp new del mod">
        <pc:chgData name="pragatisatapathy21@outlook.com" userId="d21f6e5b993c567c" providerId="LiveId" clId="{EC6CBAC5-8024-4E4D-B46A-1C363C64185A}" dt="2026-06-24T14:51:02.162" v="6242" actId="2696"/>
        <pc:sldMkLst>
          <pc:docMk/>
          <pc:sldMk cId="1398939709" sldId="265"/>
        </pc:sldMkLst>
        <pc:spChg chg="del">
          <ac:chgData name="pragatisatapathy21@outlook.com" userId="d21f6e5b993c567c" providerId="LiveId" clId="{EC6CBAC5-8024-4E4D-B46A-1C363C64185A}" dt="2026-06-24T14:50:40.865" v="6241" actId="478"/>
          <ac:spMkLst>
            <pc:docMk/>
            <pc:sldMk cId="1398939709" sldId="265"/>
            <ac:spMk id="3" creationId="{3BEA398D-4D84-B614-D292-F3A3326CC2F2}"/>
          </ac:spMkLst>
        </pc:spChg>
      </pc:sldChg>
      <pc:sldChg chg="addSp delSp modSp new del mod">
        <pc:chgData name="pragatisatapathy21@outlook.com" userId="d21f6e5b993c567c" providerId="LiveId" clId="{EC6CBAC5-8024-4E4D-B46A-1C363C64185A}" dt="2026-06-24T15:06:04.783" v="6250" actId="2696"/>
        <pc:sldMkLst>
          <pc:docMk/>
          <pc:sldMk cId="2753421506" sldId="265"/>
        </pc:sldMkLst>
        <pc:spChg chg="del">
          <ac:chgData name="pragatisatapathy21@outlook.com" userId="d21f6e5b993c567c" providerId="LiveId" clId="{EC6CBAC5-8024-4E4D-B46A-1C363C64185A}" dt="2026-06-24T15:05:31.557" v="6244" actId="931"/>
          <ac:spMkLst>
            <pc:docMk/>
            <pc:sldMk cId="2753421506" sldId="265"/>
            <ac:spMk id="3" creationId="{1AD538C6-74DA-C89B-FCA5-DEA6E287835E}"/>
          </ac:spMkLst>
        </pc:spChg>
        <pc:picChg chg="add mod ord">
          <ac:chgData name="pragatisatapathy21@outlook.com" userId="d21f6e5b993c567c" providerId="LiveId" clId="{EC6CBAC5-8024-4E4D-B46A-1C363C64185A}" dt="2026-06-24T15:05:45.014" v="6248" actId="14100"/>
          <ac:picMkLst>
            <pc:docMk/>
            <pc:sldMk cId="2753421506" sldId="265"/>
            <ac:picMk id="6" creationId="{F70197F9-9424-A519-C2F6-247DC8EA6FAD}"/>
          </ac:picMkLst>
        </pc:picChg>
      </pc:sldChg>
      <pc:sldChg chg="addSp delSp modSp new mod">
        <pc:chgData name="pragatisatapathy21@outlook.com" userId="d21f6e5b993c567c" providerId="LiveId" clId="{EC6CBAC5-8024-4E4D-B46A-1C363C64185A}" dt="2026-06-24T15:47:48.106" v="6429" actId="14100"/>
        <pc:sldMkLst>
          <pc:docMk/>
          <pc:sldMk cId="2039838466" sldId="266"/>
        </pc:sldMkLst>
        <pc:spChg chg="add mod">
          <ac:chgData name="pragatisatapathy21@outlook.com" userId="d21f6e5b993c567c" providerId="LiveId" clId="{EC6CBAC5-8024-4E4D-B46A-1C363C64185A}" dt="2026-06-24T15:13:41.319" v="6323" actId="2711"/>
          <ac:spMkLst>
            <pc:docMk/>
            <pc:sldMk cId="2039838466" sldId="266"/>
            <ac:spMk id="4" creationId="{9F3012D2-C379-6F7C-D6D5-091A80394E2C}"/>
          </ac:spMkLst>
        </pc:spChg>
        <pc:picChg chg="add del mod">
          <ac:chgData name="pragatisatapathy21@outlook.com" userId="d21f6e5b993c567c" providerId="LiveId" clId="{EC6CBAC5-8024-4E4D-B46A-1C363C64185A}" dt="2026-06-24T15:47:16.192" v="6425" actId="21"/>
          <ac:picMkLst>
            <pc:docMk/>
            <pc:sldMk cId="2039838466" sldId="266"/>
            <ac:picMk id="3" creationId="{AD14E182-3A2C-E261-022E-867D91D71700}"/>
          </ac:picMkLst>
        </pc:picChg>
        <pc:picChg chg="add mod">
          <ac:chgData name="pragatisatapathy21@outlook.com" userId="d21f6e5b993c567c" providerId="LiveId" clId="{EC6CBAC5-8024-4E4D-B46A-1C363C64185A}" dt="2026-06-24T15:47:48.106" v="6429" actId="14100"/>
          <ac:picMkLst>
            <pc:docMk/>
            <pc:sldMk cId="2039838466" sldId="266"/>
            <ac:picMk id="6" creationId="{BD692167-C8F8-9516-2659-A118C0CDEBC6}"/>
          </ac:picMkLst>
        </pc:picChg>
      </pc:sldChg>
      <pc:sldChg chg="addSp delSp modSp new mod">
        <pc:chgData name="pragatisatapathy21@outlook.com" userId="d21f6e5b993c567c" providerId="LiveId" clId="{EC6CBAC5-8024-4E4D-B46A-1C363C64185A}" dt="2026-06-24T15:52:11.397" v="6445" actId="20577"/>
        <pc:sldMkLst>
          <pc:docMk/>
          <pc:sldMk cId="233103105" sldId="267"/>
        </pc:sldMkLst>
        <pc:spChg chg="add del mod">
          <ac:chgData name="pragatisatapathy21@outlook.com" userId="d21f6e5b993c567c" providerId="LiveId" clId="{EC6CBAC5-8024-4E4D-B46A-1C363C64185A}" dt="2026-06-24T15:34:12.831" v="6340"/>
          <ac:spMkLst>
            <pc:docMk/>
            <pc:sldMk cId="233103105" sldId="267"/>
            <ac:spMk id="4" creationId="{AD34D074-196D-9834-762C-940B042AEB61}"/>
          </ac:spMkLst>
        </pc:spChg>
        <pc:spChg chg="add mod">
          <ac:chgData name="pragatisatapathy21@outlook.com" userId="d21f6e5b993c567c" providerId="LiveId" clId="{EC6CBAC5-8024-4E4D-B46A-1C363C64185A}" dt="2026-06-24T15:52:11.397" v="6445" actId="20577"/>
          <ac:spMkLst>
            <pc:docMk/>
            <pc:sldMk cId="233103105" sldId="267"/>
            <ac:spMk id="5" creationId="{502D8913-90E4-08D2-C366-F01A6D19C977}"/>
          </ac:spMkLst>
        </pc:spChg>
        <pc:picChg chg="add del mod">
          <ac:chgData name="pragatisatapathy21@outlook.com" userId="d21f6e5b993c567c" providerId="LiveId" clId="{EC6CBAC5-8024-4E4D-B46A-1C363C64185A}" dt="2026-06-24T15:41:40.215" v="6412" actId="478"/>
          <ac:picMkLst>
            <pc:docMk/>
            <pc:sldMk cId="233103105" sldId="267"/>
            <ac:picMk id="3" creationId="{5CE69487-61C0-7378-2F41-B2613C0607B5}"/>
          </ac:picMkLst>
        </pc:picChg>
        <pc:picChg chg="add mod">
          <ac:chgData name="pragatisatapathy21@outlook.com" userId="d21f6e5b993c567c" providerId="LiveId" clId="{EC6CBAC5-8024-4E4D-B46A-1C363C64185A}" dt="2026-06-24T15:46:15.686" v="6420" actId="14100"/>
          <ac:picMkLst>
            <pc:docMk/>
            <pc:sldMk cId="233103105" sldId="267"/>
            <ac:picMk id="7" creationId="{4112C39B-5334-8C79-B2D8-1AB30FEA703E}"/>
          </ac:picMkLst>
        </pc:picChg>
      </pc:sldChg>
      <pc:sldChg chg="addSp delSp modSp new mod">
        <pc:chgData name="pragatisatapathy21@outlook.com" userId="d21f6e5b993c567c" providerId="LiveId" clId="{EC6CBAC5-8024-4E4D-B46A-1C363C64185A}" dt="2026-06-24T16:06:20.065" v="6494" actId="14100"/>
        <pc:sldMkLst>
          <pc:docMk/>
          <pc:sldMk cId="531798106" sldId="268"/>
        </pc:sldMkLst>
        <pc:spChg chg="add mod">
          <ac:chgData name="pragatisatapathy21@outlook.com" userId="d21f6e5b993c567c" providerId="LiveId" clId="{EC6CBAC5-8024-4E4D-B46A-1C363C64185A}" dt="2026-06-24T15:58:08.997" v="6485" actId="2711"/>
          <ac:spMkLst>
            <pc:docMk/>
            <pc:sldMk cId="531798106" sldId="268"/>
            <ac:spMk id="4" creationId="{4960D8FC-E046-65FE-91D2-4EB85E41513C}"/>
          </ac:spMkLst>
        </pc:spChg>
        <pc:picChg chg="add del mod">
          <ac:chgData name="pragatisatapathy21@outlook.com" userId="d21f6e5b993c567c" providerId="LiveId" clId="{EC6CBAC5-8024-4E4D-B46A-1C363C64185A}" dt="2026-06-24T16:05:23.241" v="6488" actId="21"/>
          <ac:picMkLst>
            <pc:docMk/>
            <pc:sldMk cId="531798106" sldId="268"/>
            <ac:picMk id="3" creationId="{0F7E60FD-3161-392C-3528-560E4CB96BC3}"/>
          </ac:picMkLst>
        </pc:picChg>
        <pc:picChg chg="add mod">
          <ac:chgData name="pragatisatapathy21@outlook.com" userId="d21f6e5b993c567c" providerId="LiveId" clId="{EC6CBAC5-8024-4E4D-B46A-1C363C64185A}" dt="2026-06-24T16:06:20.065" v="6494" actId="14100"/>
          <ac:picMkLst>
            <pc:docMk/>
            <pc:sldMk cId="531798106" sldId="268"/>
            <ac:picMk id="6" creationId="{4980581A-FCE7-3FF9-E26A-530F08E0EA89}"/>
          </ac:picMkLst>
        </pc:picChg>
      </pc:sldChg>
      <pc:sldChg chg="addSp delSp modSp new mod">
        <pc:chgData name="pragatisatapathy21@outlook.com" userId="d21f6e5b993c567c" providerId="LiveId" clId="{EC6CBAC5-8024-4E4D-B46A-1C363C64185A}" dt="2026-06-24T16:33:17.826" v="6552" actId="14100"/>
        <pc:sldMkLst>
          <pc:docMk/>
          <pc:sldMk cId="1075434609" sldId="269"/>
        </pc:sldMkLst>
        <pc:spChg chg="add mod">
          <ac:chgData name="pragatisatapathy21@outlook.com" userId="d21f6e5b993c567c" providerId="LiveId" clId="{EC6CBAC5-8024-4E4D-B46A-1C363C64185A}" dt="2026-06-24T16:27:25.692" v="6548" actId="207"/>
          <ac:spMkLst>
            <pc:docMk/>
            <pc:sldMk cId="1075434609" sldId="269"/>
            <ac:spMk id="4" creationId="{79CAA048-D5DE-EED6-EDAA-9A5FD8F58D92}"/>
          </ac:spMkLst>
        </pc:spChg>
        <pc:picChg chg="add del mod">
          <ac:chgData name="pragatisatapathy21@outlook.com" userId="d21f6e5b993c567c" providerId="LiveId" clId="{EC6CBAC5-8024-4E4D-B46A-1C363C64185A}" dt="2026-06-24T16:32:49.374" v="6549" actId="21"/>
          <ac:picMkLst>
            <pc:docMk/>
            <pc:sldMk cId="1075434609" sldId="269"/>
            <ac:picMk id="3" creationId="{0132A191-FD85-0998-CC2B-25E5A4D3628A}"/>
          </ac:picMkLst>
        </pc:picChg>
        <pc:picChg chg="add mod">
          <ac:chgData name="pragatisatapathy21@outlook.com" userId="d21f6e5b993c567c" providerId="LiveId" clId="{EC6CBAC5-8024-4E4D-B46A-1C363C64185A}" dt="2026-06-24T16:33:17.826" v="6552" actId="14100"/>
          <ac:picMkLst>
            <pc:docMk/>
            <pc:sldMk cId="1075434609" sldId="269"/>
            <ac:picMk id="6" creationId="{A689A0B2-21B7-51FA-2AD0-5F6E126B0183}"/>
          </ac:picMkLst>
        </pc:picChg>
      </pc:sldChg>
      <pc:sldMasterChg chg="setBg modSldLayout">
        <pc:chgData name="pragatisatapathy21@outlook.com" userId="d21f6e5b993c567c" providerId="LiveId" clId="{EC6CBAC5-8024-4E4D-B46A-1C363C64185A}" dt="2026-06-04T05:56:33.206" v="1421"/>
        <pc:sldMasterMkLst>
          <pc:docMk/>
          <pc:sldMasterMk cId="1028059784" sldId="2147483736"/>
        </pc:sldMasterMkLst>
        <pc:sldLayoutChg chg="setBg">
          <pc:chgData name="pragatisatapathy21@outlook.com" userId="d21f6e5b993c567c" providerId="LiveId" clId="{EC6CBAC5-8024-4E4D-B46A-1C363C64185A}" dt="2026-06-04T05:56:33.206" v="1421"/>
          <pc:sldLayoutMkLst>
            <pc:docMk/>
            <pc:sldMasterMk cId="1028059784" sldId="2147483736"/>
            <pc:sldLayoutMk cId="1692580167" sldId="2147483737"/>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811409508" sldId="2147483738"/>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3866380507" sldId="2147483739"/>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3876906296" sldId="2147483740"/>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2825760832" sldId="2147483741"/>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851350303" sldId="2147483742"/>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2460454362" sldId="2147483743"/>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2578033893" sldId="2147483744"/>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1812490049" sldId="2147483745"/>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1857391914" sldId="2147483746"/>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2966808562" sldId="2147483747"/>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886023097" sldId="2147483748"/>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1490728326" sldId="2147483749"/>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79129721" sldId="2147483750"/>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3660941540" sldId="2147483751"/>
          </pc:sldLayoutMkLst>
        </pc:sldLayoutChg>
        <pc:sldLayoutChg chg="setBg">
          <pc:chgData name="pragatisatapathy21@outlook.com" userId="d21f6e5b993c567c" providerId="LiveId" clId="{EC6CBAC5-8024-4E4D-B46A-1C363C64185A}" dt="2026-06-04T05:56:33.206" v="1421"/>
          <pc:sldLayoutMkLst>
            <pc:docMk/>
            <pc:sldMasterMk cId="1028059784" sldId="2147483736"/>
            <pc:sldLayoutMk cId="3322823022" sldId="214748375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D1D35-B0B9-4F1C-95B6-7BD969DC9F2C}" type="datetimeFigureOut">
              <a:rPr lang="en-IN" smtClean="0"/>
              <a:t>24-06-2026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E0873A-B1B6-4519-A692-B16E36B3364E}" type="slidenum">
              <a:rPr lang="en-IN" smtClean="0"/>
              <a:t>‹#›</a:t>
            </a:fld>
            <a:endParaRPr lang="en-IN"/>
          </a:p>
        </p:txBody>
      </p:sp>
    </p:spTree>
    <p:extLst>
      <p:ext uri="{BB962C8B-B14F-4D97-AF65-F5344CB8AC3E}">
        <p14:creationId xmlns:p14="http://schemas.microsoft.com/office/powerpoint/2010/main" val="748449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E0873A-B1B6-4519-A692-B16E36B3364E}" type="slidenum">
              <a:rPr lang="en-IN" smtClean="0"/>
              <a:t>1</a:t>
            </a:fld>
            <a:endParaRPr lang="en-IN"/>
          </a:p>
        </p:txBody>
      </p:sp>
    </p:spTree>
    <p:extLst>
      <p:ext uri="{BB962C8B-B14F-4D97-AF65-F5344CB8AC3E}">
        <p14:creationId xmlns:p14="http://schemas.microsoft.com/office/powerpoint/2010/main" val="635889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1692580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811409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3866380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468300-F37D-4CDB-AC87-C38E8365A7DF}"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3876906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468300-F37D-4CDB-AC87-C38E8365A7DF}" type="datetimeFigureOut">
              <a:rPr lang="en-IN" smtClean="0"/>
              <a:t>24-06-2026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2825760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468300-F37D-4CDB-AC87-C38E8365A7DF}" type="datetimeFigureOut">
              <a:rPr lang="en-IN" smtClean="0"/>
              <a:t>24-06-2026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851350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468300-F37D-4CDB-AC87-C38E8365A7DF}" type="datetimeFigureOut">
              <a:rPr lang="en-IN" smtClean="0"/>
              <a:t>24-06-2026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2460454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468300-F37D-4CDB-AC87-C38E8365A7DF}"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2578033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468300-F37D-4CDB-AC87-C38E8365A7DF}"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1812490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1857391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668085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886023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90728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791297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3660941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68300-F37D-4CDB-AC87-C38E8365A7DF}"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4C80C0A-068A-4F43-B0D7-B9D46C5198B2}" type="slidenum">
              <a:rPr lang="en-IN" smtClean="0"/>
              <a:t>‹#›</a:t>
            </a:fld>
            <a:endParaRPr lang="en-IN"/>
          </a:p>
        </p:txBody>
      </p:sp>
    </p:spTree>
    <p:extLst>
      <p:ext uri="{BB962C8B-B14F-4D97-AF65-F5344CB8AC3E}">
        <p14:creationId xmlns:p14="http://schemas.microsoft.com/office/powerpoint/2010/main" val="3322823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F468300-F37D-4CDB-AC87-C38E8365A7DF}" type="datetimeFigureOut">
              <a:rPr lang="en-IN" smtClean="0"/>
              <a:t>24-06-2026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4C80C0A-068A-4F43-B0D7-B9D46C5198B2}" type="slidenum">
              <a:rPr lang="en-IN" smtClean="0"/>
              <a:t>‹#›</a:t>
            </a:fld>
            <a:endParaRPr lang="en-IN"/>
          </a:p>
        </p:txBody>
      </p:sp>
    </p:spTree>
    <p:extLst>
      <p:ext uri="{BB962C8B-B14F-4D97-AF65-F5344CB8AC3E}">
        <p14:creationId xmlns:p14="http://schemas.microsoft.com/office/powerpoint/2010/main" val="102805978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
            <a:extLst>
              <a:ext uri="{FF2B5EF4-FFF2-40B4-BE49-F238E27FC236}">
                <a16:creationId xmlns:a16="http://schemas.microsoft.com/office/drawing/2014/main" id="{DAC531B1-6572-926C-C9D6-7855F6D0CC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1736" y="0"/>
            <a:ext cx="5651384" cy="6857999"/>
          </a:xfrm>
          <a:prstGeom prst="rect">
            <a:avLst/>
          </a:prstGeom>
          <a:ln>
            <a:noFill/>
          </a:ln>
          <a:effectLst/>
        </p:spPr>
      </p:pic>
      <p:sp>
        <p:nvSpPr>
          <p:cNvPr id="8" name="TextBox 7">
            <a:extLst>
              <a:ext uri="{FF2B5EF4-FFF2-40B4-BE49-F238E27FC236}">
                <a16:creationId xmlns:a16="http://schemas.microsoft.com/office/drawing/2014/main" id="{EE5D3674-A53F-6A10-75AE-C89BA96D6C11}"/>
              </a:ext>
            </a:extLst>
          </p:cNvPr>
          <p:cNvSpPr txBox="1"/>
          <p:nvPr/>
        </p:nvSpPr>
        <p:spPr>
          <a:xfrm>
            <a:off x="327170" y="310393"/>
            <a:ext cx="5989739" cy="1200329"/>
          </a:xfrm>
          <a:prstGeom prst="rect">
            <a:avLst/>
          </a:prstGeom>
          <a:noFill/>
        </p:spPr>
        <p:txBody>
          <a:bodyPr wrap="square" rtlCol="0">
            <a:spAutoFit/>
          </a:bodyPr>
          <a:lstStyle/>
          <a:p>
            <a:r>
              <a:rPr lang="en-US" sz="3600" b="1" i="1" dirty="0">
                <a:effectLst>
                  <a:outerShdw blurRad="38100" dist="38100" dir="2700000" algn="tl">
                    <a:srgbClr val="000000">
                      <a:alpha val="43137"/>
                    </a:srgbClr>
                  </a:outerShdw>
                </a:effectLst>
              </a:rPr>
              <a:t>DISASTER ALERT &amp; RESCUE MANAGEMENT SYSTEM</a:t>
            </a:r>
            <a:endParaRPr lang="en-IN" sz="3600" b="1" i="1" dirty="0">
              <a:effectLst>
                <a:outerShdw blurRad="38100" dist="38100" dir="2700000" algn="tl">
                  <a:srgbClr val="000000">
                    <a:alpha val="43137"/>
                  </a:srgbClr>
                </a:outerShdw>
              </a:effectLst>
            </a:endParaRPr>
          </a:p>
        </p:txBody>
      </p:sp>
      <p:sp>
        <p:nvSpPr>
          <p:cNvPr id="13" name="TextBox 12">
            <a:extLst>
              <a:ext uri="{FF2B5EF4-FFF2-40B4-BE49-F238E27FC236}">
                <a16:creationId xmlns:a16="http://schemas.microsoft.com/office/drawing/2014/main" id="{37423886-38D0-786B-2042-5D844D6E9CFF}"/>
              </a:ext>
            </a:extLst>
          </p:cNvPr>
          <p:cNvSpPr txBox="1"/>
          <p:nvPr/>
        </p:nvSpPr>
        <p:spPr>
          <a:xfrm>
            <a:off x="617987" y="1922388"/>
            <a:ext cx="5408103" cy="2585323"/>
          </a:xfrm>
          <a:prstGeom prst="rect">
            <a:avLst/>
          </a:prstGeom>
          <a:noFill/>
        </p:spPr>
        <p:txBody>
          <a:bodyPr wrap="square" rtlCol="0">
            <a:spAutoFit/>
          </a:bodyPr>
          <a:lstStyle/>
          <a:p>
            <a:r>
              <a:rPr lang="en-US" dirty="0">
                <a:solidFill>
                  <a:schemeClr val="accent1">
                    <a:lumMod val="50000"/>
                  </a:schemeClr>
                </a:solidFill>
              </a:rPr>
              <a:t>The Disaster Alert and Rescue Management System is designed to provide early warnings and coordinates rescue operations during natural disasters such as floods, cyclones, earthquakes, and landslides. The system collects information from weather departments, emergency services, and citizens to generate alerts and manage rescue </a:t>
            </a:r>
          </a:p>
          <a:p>
            <a:r>
              <a:rPr lang="en-US" dirty="0">
                <a:solidFill>
                  <a:schemeClr val="accent1">
                    <a:lumMod val="50000"/>
                  </a:schemeClr>
                </a:solidFill>
              </a:rPr>
              <a:t>activities efficiently. This helps reduce loss of life and property.</a:t>
            </a:r>
            <a:endParaRPr lang="en-IN" dirty="0">
              <a:solidFill>
                <a:schemeClr val="accent1">
                  <a:lumMod val="50000"/>
                </a:schemeClr>
              </a:solidFill>
            </a:endParaRPr>
          </a:p>
        </p:txBody>
      </p:sp>
      <p:sp>
        <p:nvSpPr>
          <p:cNvPr id="2" name="TextBox 1">
            <a:extLst>
              <a:ext uri="{FF2B5EF4-FFF2-40B4-BE49-F238E27FC236}">
                <a16:creationId xmlns:a16="http://schemas.microsoft.com/office/drawing/2014/main" id="{B3A86B47-7FF0-CE50-517A-E202051870D5}"/>
              </a:ext>
            </a:extLst>
          </p:cNvPr>
          <p:cNvSpPr txBox="1"/>
          <p:nvPr/>
        </p:nvSpPr>
        <p:spPr>
          <a:xfrm>
            <a:off x="5084466" y="1205802"/>
            <a:ext cx="184731" cy="646331"/>
          </a:xfrm>
          <a:prstGeom prst="rect">
            <a:avLst/>
          </a:prstGeom>
          <a:noFill/>
        </p:spPr>
        <p:txBody>
          <a:bodyPr wrap="none" rtlCol="0">
            <a:spAutoFit/>
          </a:bodyPr>
          <a:lstStyle/>
          <a:p>
            <a:endParaRPr lang="en-US" dirty="0"/>
          </a:p>
          <a:p>
            <a:endParaRPr lang="en-IN" dirty="0"/>
          </a:p>
        </p:txBody>
      </p:sp>
      <p:sp>
        <p:nvSpPr>
          <p:cNvPr id="6" name="TextBox 5">
            <a:extLst>
              <a:ext uri="{FF2B5EF4-FFF2-40B4-BE49-F238E27FC236}">
                <a16:creationId xmlns:a16="http://schemas.microsoft.com/office/drawing/2014/main" id="{3FD7E1A8-7E12-EEF2-2119-BB1337D82E60}"/>
              </a:ext>
            </a:extLst>
          </p:cNvPr>
          <p:cNvSpPr txBox="1"/>
          <p:nvPr/>
        </p:nvSpPr>
        <p:spPr>
          <a:xfrm>
            <a:off x="648011" y="5005867"/>
            <a:ext cx="5816311" cy="646331"/>
          </a:xfrm>
          <a:prstGeom prst="rect">
            <a:avLst/>
          </a:prstGeom>
          <a:noFill/>
        </p:spPr>
        <p:txBody>
          <a:bodyPr wrap="square" rtlCol="0">
            <a:spAutoFit/>
          </a:bodyPr>
          <a:lstStyle/>
          <a:p>
            <a:r>
              <a:rPr lang="en-US" b="1" i="1" dirty="0">
                <a:solidFill>
                  <a:srgbClr val="0070C0"/>
                </a:solidFill>
              </a:rPr>
              <a:t>Project Title:  LifeLink(Disaster Alert &amp; Rescue             </a:t>
            </a:r>
          </a:p>
          <a:p>
            <a:r>
              <a:rPr lang="en-US" b="1" i="1" dirty="0">
                <a:solidFill>
                  <a:srgbClr val="0070C0"/>
                </a:solidFill>
              </a:rPr>
              <a:t>                                                             Coordination  System)                                                                             </a:t>
            </a:r>
            <a:endParaRPr lang="en-IN" b="1" i="1" dirty="0">
              <a:solidFill>
                <a:srgbClr val="0070C0"/>
              </a:solidFill>
            </a:endParaRPr>
          </a:p>
        </p:txBody>
      </p:sp>
      <p:sp>
        <p:nvSpPr>
          <p:cNvPr id="3" name="TextBox 2">
            <a:extLst>
              <a:ext uri="{FF2B5EF4-FFF2-40B4-BE49-F238E27FC236}">
                <a16:creationId xmlns:a16="http://schemas.microsoft.com/office/drawing/2014/main" id="{43D13F28-86BA-E3D2-D561-3266A8779269}"/>
              </a:ext>
            </a:extLst>
          </p:cNvPr>
          <p:cNvSpPr txBox="1"/>
          <p:nvPr/>
        </p:nvSpPr>
        <p:spPr>
          <a:xfrm>
            <a:off x="1949872" y="4387457"/>
            <a:ext cx="3461027" cy="369332"/>
          </a:xfrm>
          <a:prstGeom prst="rect">
            <a:avLst/>
          </a:prstGeom>
          <a:noFill/>
        </p:spPr>
        <p:txBody>
          <a:bodyPr wrap="square" rtlCol="0">
            <a:spAutoFit/>
          </a:bodyPr>
          <a:lstStyle/>
          <a:p>
            <a:r>
              <a:rPr lang="en-US" dirty="0"/>
              <a:t>“Connecting Lives, Saving Lives.”</a:t>
            </a:r>
            <a:endParaRPr lang="en-IN" dirty="0"/>
          </a:p>
        </p:txBody>
      </p:sp>
      <p:sp>
        <p:nvSpPr>
          <p:cNvPr id="4" name="TextBox 3">
            <a:extLst>
              <a:ext uri="{FF2B5EF4-FFF2-40B4-BE49-F238E27FC236}">
                <a16:creationId xmlns:a16="http://schemas.microsoft.com/office/drawing/2014/main" id="{D9BB1C03-AB66-EDDF-1C7C-F655D7EEF6CF}"/>
              </a:ext>
            </a:extLst>
          </p:cNvPr>
          <p:cNvSpPr txBox="1"/>
          <p:nvPr/>
        </p:nvSpPr>
        <p:spPr>
          <a:xfrm flipH="1">
            <a:off x="775494" y="5781022"/>
            <a:ext cx="4308972" cy="923330"/>
          </a:xfrm>
          <a:prstGeom prst="rect">
            <a:avLst/>
          </a:prstGeom>
          <a:noFill/>
        </p:spPr>
        <p:txBody>
          <a:bodyPr wrap="square" rtlCol="0">
            <a:spAutoFit/>
          </a:bodyPr>
          <a:lstStyle/>
          <a:p>
            <a:r>
              <a:rPr lang="en-US" dirty="0"/>
              <a:t>Name: Pragati PritiPrajna, Snehanjali Rout, Ananya Panda, SushreeSuhani Mohapatra</a:t>
            </a:r>
          </a:p>
          <a:p>
            <a:r>
              <a:rPr lang="en-US" dirty="0"/>
              <a:t>College: Kendrapara Autonomous College</a:t>
            </a:r>
            <a:endParaRPr lang="en-IN" dirty="0"/>
          </a:p>
        </p:txBody>
      </p:sp>
    </p:spTree>
    <p:extLst>
      <p:ext uri="{BB962C8B-B14F-4D97-AF65-F5344CB8AC3E}">
        <p14:creationId xmlns:p14="http://schemas.microsoft.com/office/powerpoint/2010/main" val="177095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4A78-7FF3-C280-2FF5-DE1370466B0E}"/>
              </a:ext>
            </a:extLst>
          </p:cNvPr>
          <p:cNvSpPr>
            <a:spLocks noGrp="1"/>
          </p:cNvSpPr>
          <p:nvPr>
            <p:ph type="title"/>
          </p:nvPr>
        </p:nvSpPr>
        <p:spPr>
          <a:xfrm>
            <a:off x="677334" y="335560"/>
            <a:ext cx="8596668" cy="1620007"/>
          </a:xfrm>
        </p:spPr>
        <p:txBody>
          <a:bodyPr/>
          <a:lstStyle/>
          <a:p>
            <a:r>
              <a:rPr lang="en-US" sz="4800" dirty="0"/>
              <a:t>PROBLEM</a:t>
            </a:r>
            <a:r>
              <a:rPr lang="en-US" dirty="0"/>
              <a:t> </a:t>
            </a:r>
            <a:r>
              <a:rPr lang="en-US" sz="4800" dirty="0"/>
              <a:t>STATEMENT :</a:t>
            </a:r>
            <a:endParaRPr lang="en-IN" sz="4800" dirty="0"/>
          </a:p>
        </p:txBody>
      </p:sp>
      <p:sp>
        <p:nvSpPr>
          <p:cNvPr id="6" name="Content Placeholder 5">
            <a:extLst>
              <a:ext uri="{FF2B5EF4-FFF2-40B4-BE49-F238E27FC236}">
                <a16:creationId xmlns:a16="http://schemas.microsoft.com/office/drawing/2014/main" id="{9DE51F12-8950-3C12-69CC-EF3FABC854BD}"/>
              </a:ext>
            </a:extLst>
          </p:cNvPr>
          <p:cNvSpPr>
            <a:spLocks noGrp="1"/>
          </p:cNvSpPr>
          <p:nvPr>
            <p:ph idx="1"/>
          </p:nvPr>
        </p:nvSpPr>
        <p:spPr>
          <a:xfrm>
            <a:off x="677334" y="1157681"/>
            <a:ext cx="8596668" cy="4838994"/>
          </a:xfrm>
        </p:spPr>
        <p:txBody>
          <a:bodyPr>
            <a:normAutofit/>
          </a:bodyPr>
          <a:lstStyle/>
          <a:p>
            <a:r>
              <a:rPr lang="en-US" dirty="0">
                <a:highlight>
                  <a:srgbClr val="FFFF00"/>
                </a:highlight>
              </a:rPr>
              <a:t>People often do not receive timely disaster warnings &amp; emergency </a:t>
            </a:r>
            <a:r>
              <a:rPr lang="en-US" dirty="0">
                <a:solidFill>
                  <a:schemeClr val="tx1">
                    <a:lumMod val="95000"/>
                    <a:lumOff val="5000"/>
                  </a:schemeClr>
                </a:solidFill>
                <a:highlight>
                  <a:srgbClr val="FFFF00"/>
                </a:highlight>
              </a:rPr>
              <a:t>assistance</a:t>
            </a:r>
            <a:r>
              <a:rPr lang="en-US" dirty="0">
                <a:highlight>
                  <a:srgbClr val="FFFF00"/>
                </a:highlight>
              </a:rPr>
              <a:t> during natural disasters such as Floods, Cyclone, Earthquakes &amp; Landslides.</a:t>
            </a:r>
          </a:p>
          <a:p>
            <a:r>
              <a:rPr lang="en-US" dirty="0">
                <a:highlight>
                  <a:srgbClr val="FFFF00"/>
                </a:highlight>
              </a:rPr>
              <a:t>Delayed communication and poor coordination among rescue teams can lead to loss of life &amp; property.</a:t>
            </a:r>
          </a:p>
          <a:p>
            <a:r>
              <a:rPr lang="en-US" b="1" i="1" dirty="0">
                <a:solidFill>
                  <a:schemeClr val="tx1">
                    <a:lumMod val="95000"/>
                    <a:lumOff val="5000"/>
                  </a:schemeClr>
                </a:solidFill>
                <a:highlight>
                  <a:srgbClr val="FFFF00"/>
                </a:highlight>
              </a:rPr>
              <a:t>LifeLink</a:t>
            </a:r>
            <a:r>
              <a:rPr lang="en-US" i="1" dirty="0">
                <a:solidFill>
                  <a:schemeClr val="tx1">
                    <a:lumMod val="95000"/>
                    <a:lumOff val="5000"/>
                  </a:schemeClr>
                </a:solidFill>
                <a:highlight>
                  <a:srgbClr val="FFFF00"/>
                </a:highlight>
              </a:rPr>
              <a:t> a</a:t>
            </a:r>
            <a:r>
              <a:rPr lang="en-US" dirty="0">
                <a:highlight>
                  <a:srgbClr val="FFFF00"/>
                </a:highlight>
              </a:rPr>
              <a:t>ims to provide real-time alerts and connect </a:t>
            </a:r>
            <a:r>
              <a:rPr lang="en-US" dirty="0" err="1">
                <a:highlight>
                  <a:srgbClr val="FFFF00"/>
                </a:highlight>
              </a:rPr>
              <a:t>affeceted</a:t>
            </a:r>
            <a:r>
              <a:rPr lang="en-US" dirty="0">
                <a:highlight>
                  <a:srgbClr val="FFFF00"/>
                </a:highlight>
              </a:rPr>
              <a:t> people with rescue services quickly.</a:t>
            </a:r>
          </a:p>
          <a:p>
            <a:endParaRPr lang="en-US" dirty="0">
              <a:highlight>
                <a:srgbClr val="FFFF00"/>
              </a:highlight>
            </a:endParaRPr>
          </a:p>
          <a:p>
            <a:endParaRPr lang="en-US" dirty="0">
              <a:highlight>
                <a:srgbClr val="FFFF00"/>
              </a:highlight>
            </a:endParaRPr>
          </a:p>
          <a:p>
            <a:r>
              <a:rPr lang="en-US" dirty="0">
                <a:highlight>
                  <a:srgbClr val="FFFF00"/>
                </a:highlight>
              </a:rPr>
              <a:t>Late disaster warnings. </a:t>
            </a:r>
          </a:p>
          <a:p>
            <a:r>
              <a:rPr lang="en-US" dirty="0">
                <a:highlight>
                  <a:srgbClr val="FFFF00"/>
                </a:highlight>
              </a:rPr>
              <a:t>Poor communication during emergencies.</a:t>
            </a:r>
          </a:p>
          <a:p>
            <a:r>
              <a:rPr lang="en-US" dirty="0">
                <a:highlight>
                  <a:srgbClr val="FFFF00"/>
                </a:highlight>
              </a:rPr>
              <a:t>Difficulty in locating affected people.</a:t>
            </a:r>
          </a:p>
          <a:p>
            <a:r>
              <a:rPr lang="en-US" dirty="0">
                <a:highlight>
                  <a:srgbClr val="FFFF00"/>
                </a:highlight>
              </a:rPr>
              <a:t>Inefficient coordination between rescue teams &amp; authorities.</a:t>
            </a:r>
          </a:p>
          <a:p>
            <a:r>
              <a:rPr lang="en-US" dirty="0">
                <a:highlight>
                  <a:srgbClr val="FFFF00"/>
                </a:highlight>
              </a:rPr>
              <a:t>Limited information about shelters and relief resources.</a:t>
            </a:r>
          </a:p>
        </p:txBody>
      </p:sp>
      <p:sp>
        <p:nvSpPr>
          <p:cNvPr id="10" name="TextBox 9">
            <a:extLst>
              <a:ext uri="{FF2B5EF4-FFF2-40B4-BE49-F238E27FC236}">
                <a16:creationId xmlns:a16="http://schemas.microsoft.com/office/drawing/2014/main" id="{F8FB1090-8CDF-4DFE-A7F4-FB68C63CE752}"/>
              </a:ext>
            </a:extLst>
          </p:cNvPr>
          <p:cNvSpPr txBox="1"/>
          <p:nvPr/>
        </p:nvSpPr>
        <p:spPr>
          <a:xfrm>
            <a:off x="677334" y="3228890"/>
            <a:ext cx="8762274" cy="584775"/>
          </a:xfrm>
          <a:prstGeom prst="rect">
            <a:avLst/>
          </a:prstGeom>
          <a:noFill/>
        </p:spPr>
        <p:txBody>
          <a:bodyPr wrap="square" rtlCol="0">
            <a:spAutoFit/>
          </a:bodyPr>
          <a:lstStyle/>
          <a:p>
            <a:r>
              <a:rPr lang="en-US" sz="3200" b="1" i="1" dirty="0">
                <a:solidFill>
                  <a:schemeClr val="accent2">
                    <a:lumMod val="50000"/>
                  </a:schemeClr>
                </a:solidFill>
              </a:rPr>
              <a:t>WHY DOES THIS PROBLEM EXIST ?</a:t>
            </a:r>
          </a:p>
        </p:txBody>
      </p:sp>
    </p:spTree>
    <p:extLst>
      <p:ext uri="{BB962C8B-B14F-4D97-AF65-F5344CB8AC3E}">
        <p14:creationId xmlns:p14="http://schemas.microsoft.com/office/powerpoint/2010/main" val="3143176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6CDD-F4BA-6ABC-DB81-351AC7A6E578}"/>
              </a:ext>
            </a:extLst>
          </p:cNvPr>
          <p:cNvSpPr>
            <a:spLocks noGrp="1"/>
          </p:cNvSpPr>
          <p:nvPr>
            <p:ph type="title"/>
          </p:nvPr>
        </p:nvSpPr>
        <p:spPr>
          <a:xfrm>
            <a:off x="517943" y="230654"/>
            <a:ext cx="8596668" cy="6307797"/>
          </a:xfrm>
        </p:spPr>
        <p:txBody>
          <a:bodyPr>
            <a:normAutofit/>
          </a:bodyPr>
          <a:lstStyle/>
          <a:p>
            <a:r>
              <a:rPr kumimoji="0" lang="en-US" sz="4400" b="0" i="0" u="none" strike="noStrike" kern="1200" cap="none" spc="0" normalizeH="0" baseline="0" noProof="0" dirty="0">
                <a:ln>
                  <a:noFill/>
                </a:ln>
                <a:solidFill>
                  <a:srgbClr val="94B6D2"/>
                </a:solidFill>
                <a:effectLst/>
                <a:uLnTx/>
                <a:uFillTx/>
                <a:latin typeface="Franklin Gothic Medium" panose="020B0603020102020204"/>
                <a:ea typeface="+mj-ea"/>
                <a:cs typeface="+mj-cs"/>
              </a:rPr>
              <a:t>WHO ARE THE STAKEHOLDERS?</a:t>
            </a:r>
            <a:br>
              <a:rPr lang="en-US" sz="4400" dirty="0">
                <a:solidFill>
                  <a:srgbClr val="94B6D2"/>
                </a:solidFill>
                <a:latin typeface="Franklin Gothic Medium" panose="020B0603020102020204"/>
              </a:rPr>
            </a:br>
            <a:r>
              <a:rPr kumimoji="0" lang="en-US" sz="28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Internal Users</a:t>
            </a:r>
            <a: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a:t>
            </a: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 </a:t>
            </a: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External Users:</a:t>
            </a: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Expected Users:</a:t>
            </a:r>
            <a:b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r>
              <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 </a:t>
            </a:r>
            <a:endParaRPr lang="en-IN" dirty="0"/>
          </a:p>
        </p:txBody>
      </p:sp>
      <p:sp>
        <p:nvSpPr>
          <p:cNvPr id="3" name="Content Placeholder 2">
            <a:extLst>
              <a:ext uri="{FF2B5EF4-FFF2-40B4-BE49-F238E27FC236}">
                <a16:creationId xmlns:a16="http://schemas.microsoft.com/office/drawing/2014/main" id="{EB24EF50-6FE9-77F4-BC3A-779A4BD40FC6}"/>
              </a:ext>
            </a:extLst>
          </p:cNvPr>
          <p:cNvSpPr>
            <a:spLocks noGrp="1"/>
          </p:cNvSpPr>
          <p:nvPr>
            <p:ph idx="1"/>
          </p:nvPr>
        </p:nvSpPr>
        <p:spPr>
          <a:xfrm>
            <a:off x="1677798" y="1048624"/>
            <a:ext cx="8856165" cy="5809375"/>
          </a:xfrm>
        </p:spPr>
        <p:txBody>
          <a:bodyPr>
            <a:normAutofit fontScale="92500" lnSpcReduction="10000"/>
          </a:bodyPr>
          <a:lstStyle/>
          <a:p>
            <a:endParaRPr kumimoji="0" lang="en-US" sz="2400"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endParaRPr>
          </a:p>
          <a:p>
            <a:r>
              <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System Administrator</a:t>
            </a:r>
          </a:p>
          <a:p>
            <a:r>
              <a:rPr lang="en-US" dirty="0">
                <a:solidFill>
                  <a:srgbClr val="EBDDC3">
                    <a:lumMod val="25000"/>
                  </a:srgbClr>
                </a:solidFill>
                <a:latin typeface="Franklin Gothic Medium" panose="020B0603020102020204"/>
                <a:ea typeface="+mj-ea"/>
                <a:cs typeface="+mj-cs"/>
              </a:rPr>
              <a:t>Disaster Management Officer</a:t>
            </a:r>
          </a:p>
          <a:p>
            <a:r>
              <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Rescue Team Leaders</a:t>
            </a:r>
          </a:p>
          <a:p>
            <a:r>
              <a:rPr lang="en-US" dirty="0">
                <a:solidFill>
                  <a:srgbClr val="EBDDC3">
                    <a:lumMod val="25000"/>
                  </a:srgbClr>
                </a:solidFill>
                <a:latin typeface="Franklin Gothic Medium" panose="020B0603020102020204"/>
                <a:ea typeface="+mj-ea"/>
                <a:cs typeface="+mj-cs"/>
              </a:rPr>
              <a:t>Shelter Manager</a:t>
            </a:r>
            <a:endPar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endParaRPr>
          </a:p>
          <a:p>
            <a:endPar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endParaRPr>
          </a:p>
          <a:p>
            <a:r>
              <a:rPr lang="en-US" dirty="0">
                <a:solidFill>
                  <a:srgbClr val="EBDDC3">
                    <a:lumMod val="25000"/>
                  </a:srgbClr>
                </a:solidFill>
                <a:latin typeface="Franklin Gothic Medium" panose="020B0603020102020204"/>
                <a:ea typeface="+mj-ea"/>
                <a:cs typeface="+mj-cs"/>
              </a:rPr>
              <a:t>Citizens</a:t>
            </a:r>
          </a:p>
          <a:p>
            <a:r>
              <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NGOs</a:t>
            </a:r>
          </a:p>
          <a:p>
            <a:r>
              <a:rPr lang="en-US" dirty="0">
                <a:solidFill>
                  <a:srgbClr val="EBDDC3">
                    <a:lumMod val="25000"/>
                  </a:srgbClr>
                </a:solidFill>
                <a:latin typeface="Franklin Gothic Medium" panose="020B0603020102020204"/>
                <a:ea typeface="+mj-ea"/>
                <a:cs typeface="+mj-cs"/>
              </a:rPr>
              <a:t>Government Agencies</a:t>
            </a:r>
          </a:p>
          <a:p>
            <a:r>
              <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Volunteers</a:t>
            </a:r>
          </a:p>
          <a:p>
            <a:r>
              <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Weather Department</a:t>
            </a:r>
          </a:p>
          <a:p>
            <a:pPr marL="0" indent="0">
              <a:buNone/>
            </a:pPr>
            <a:endPar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endParaRPr>
          </a:p>
          <a:p>
            <a:r>
              <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General Public</a:t>
            </a:r>
          </a:p>
          <a:p>
            <a:r>
              <a:rPr lang="en-US" dirty="0">
                <a:solidFill>
                  <a:srgbClr val="EBDDC3">
                    <a:lumMod val="25000"/>
                  </a:srgbClr>
                </a:solidFill>
                <a:latin typeface="Franklin Gothic Medium" panose="020B0603020102020204"/>
                <a:ea typeface="+mj-ea"/>
                <a:cs typeface="+mj-cs"/>
              </a:rPr>
              <a:t>Shelter Coordinators</a:t>
            </a:r>
            <a:endPar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endParaRPr>
          </a:p>
          <a:p>
            <a:r>
              <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t>Emergency Response Teams</a:t>
            </a:r>
            <a:br>
              <a:rPr kumimoji="0" lang="en-US" b="0" i="0" u="none" strike="noStrike" kern="1200" cap="none" spc="0" normalizeH="0" baseline="0" noProof="0" dirty="0">
                <a:ln>
                  <a:noFill/>
                </a:ln>
                <a:solidFill>
                  <a:srgbClr val="EBDDC3">
                    <a:lumMod val="25000"/>
                  </a:srgbClr>
                </a:solidFill>
                <a:effectLst/>
                <a:uLnTx/>
                <a:uFillTx/>
                <a:latin typeface="Franklin Gothic Medium" panose="020B0603020102020204"/>
                <a:ea typeface="+mj-ea"/>
                <a:cs typeface="+mj-cs"/>
              </a:rPr>
            </a:br>
            <a:endParaRPr lang="en-IN" dirty="0"/>
          </a:p>
        </p:txBody>
      </p:sp>
    </p:spTree>
    <p:extLst>
      <p:ext uri="{BB962C8B-B14F-4D97-AF65-F5344CB8AC3E}">
        <p14:creationId xmlns:p14="http://schemas.microsoft.com/office/powerpoint/2010/main" val="3728916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6DF85-C395-EBF3-FA44-CA2D5C7A85FA}"/>
              </a:ext>
            </a:extLst>
          </p:cNvPr>
          <p:cNvSpPr>
            <a:spLocks noGrp="1"/>
          </p:cNvSpPr>
          <p:nvPr>
            <p:ph type="title"/>
          </p:nvPr>
        </p:nvSpPr>
        <p:spPr>
          <a:xfrm>
            <a:off x="677334" y="609600"/>
            <a:ext cx="8596668" cy="799751"/>
          </a:xfrm>
        </p:spPr>
        <p:txBody>
          <a:bodyPr/>
          <a:lstStyle/>
          <a:p>
            <a:r>
              <a:rPr lang="en-US" b="1" dirty="0"/>
              <a:t>OBJECTIVES OF THE PROJECT :</a:t>
            </a:r>
            <a:endParaRPr lang="en-IN" b="1" dirty="0"/>
          </a:p>
        </p:txBody>
      </p:sp>
      <p:sp>
        <p:nvSpPr>
          <p:cNvPr id="3" name="Content Placeholder 2">
            <a:extLst>
              <a:ext uri="{FF2B5EF4-FFF2-40B4-BE49-F238E27FC236}">
                <a16:creationId xmlns:a16="http://schemas.microsoft.com/office/drawing/2014/main" id="{615BEE5B-5C71-4E60-9AF6-EB92A9703A8A}"/>
              </a:ext>
            </a:extLst>
          </p:cNvPr>
          <p:cNvSpPr>
            <a:spLocks noGrp="1"/>
          </p:cNvSpPr>
          <p:nvPr>
            <p:ph idx="1"/>
          </p:nvPr>
        </p:nvSpPr>
        <p:spPr>
          <a:xfrm>
            <a:off x="847288" y="1409351"/>
            <a:ext cx="8426714" cy="4632012"/>
          </a:xfrm>
        </p:spPr>
        <p:txBody>
          <a:bodyPr/>
          <a:lstStyle/>
          <a:p>
            <a:pPr>
              <a:buFont typeface="+mj-lt"/>
              <a:buAutoNum type="arabicPeriod"/>
            </a:pPr>
            <a:r>
              <a:rPr lang="en-US" dirty="0"/>
              <a:t>To provide real-time disaster alerts.</a:t>
            </a:r>
          </a:p>
          <a:p>
            <a:pPr>
              <a:buFont typeface="+mj-lt"/>
              <a:buAutoNum type="arabicPeriod"/>
            </a:pPr>
            <a:r>
              <a:rPr lang="en-US" dirty="0"/>
              <a:t>Emergency offline mode</a:t>
            </a:r>
          </a:p>
          <a:p>
            <a:pPr>
              <a:buFont typeface="+mj-lt"/>
              <a:buAutoNum type="arabicPeriod"/>
            </a:pPr>
            <a:r>
              <a:rPr lang="en-US" dirty="0"/>
              <a:t>To help people request emergency assistance.</a:t>
            </a:r>
          </a:p>
          <a:p>
            <a:pPr>
              <a:buFont typeface="+mj-lt"/>
              <a:buAutoNum type="arabicPeriod"/>
            </a:pPr>
            <a:r>
              <a:rPr lang="en-US" dirty="0"/>
              <a:t>To improve communication during disasters.</a:t>
            </a:r>
          </a:p>
          <a:p>
            <a:pPr>
              <a:buFont typeface="+mj-lt"/>
              <a:buAutoNum type="arabicPeriod"/>
            </a:pPr>
            <a:r>
              <a:rPr lang="en-US" dirty="0"/>
              <a:t>To coordinate rescue operations efficiently.</a:t>
            </a:r>
          </a:p>
          <a:p>
            <a:pPr>
              <a:buFont typeface="+mj-lt"/>
              <a:buAutoNum type="arabicPeriod"/>
            </a:pPr>
            <a:r>
              <a:rPr lang="en-US" dirty="0"/>
              <a:t>To manage shelters and relief resources.</a:t>
            </a:r>
          </a:p>
          <a:p>
            <a:pPr>
              <a:buFont typeface="+mj-lt"/>
              <a:buAutoNum type="arabicPeriod"/>
            </a:pPr>
            <a:r>
              <a:rPr lang="en-US" dirty="0"/>
              <a:t>To save lives and reduce damage.</a:t>
            </a:r>
          </a:p>
          <a:p>
            <a:pPr>
              <a:buFont typeface="+mj-lt"/>
              <a:buAutoNum type="arabicPeriod"/>
            </a:pPr>
            <a:r>
              <a:rPr lang="en-US" dirty="0"/>
              <a:t>To track affected areas and rescue status.</a:t>
            </a:r>
          </a:p>
          <a:p>
            <a:pPr>
              <a:buFont typeface="+mj-lt"/>
              <a:buAutoNum type="arabicPeriod"/>
            </a:pPr>
            <a:r>
              <a:rPr lang="en-US" dirty="0"/>
              <a:t>To generate reports for disaster management planning.</a:t>
            </a:r>
          </a:p>
          <a:p>
            <a:pPr>
              <a:buFont typeface="+mj-lt"/>
              <a:buAutoNum type="arabicPeriod"/>
            </a:pPr>
            <a:endParaRPr lang="en-IN" dirty="0"/>
          </a:p>
        </p:txBody>
      </p:sp>
    </p:spTree>
    <p:extLst>
      <p:ext uri="{BB962C8B-B14F-4D97-AF65-F5344CB8AC3E}">
        <p14:creationId xmlns:p14="http://schemas.microsoft.com/office/powerpoint/2010/main" val="4054654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6CC6-2413-A840-3248-BAF8C7FAD053}"/>
              </a:ext>
            </a:extLst>
          </p:cNvPr>
          <p:cNvSpPr>
            <a:spLocks noGrp="1"/>
          </p:cNvSpPr>
          <p:nvPr>
            <p:ph type="title"/>
          </p:nvPr>
        </p:nvSpPr>
        <p:spPr>
          <a:xfrm>
            <a:off x="677334" y="609600"/>
            <a:ext cx="8596668" cy="737419"/>
          </a:xfrm>
        </p:spPr>
        <p:txBody>
          <a:bodyPr/>
          <a:lstStyle/>
          <a:p>
            <a:r>
              <a:rPr lang="en-US" b="1" dirty="0"/>
              <a:t>EXPECTED OUTPUTS :</a:t>
            </a:r>
            <a:endParaRPr lang="en-IN" b="1" dirty="0"/>
          </a:p>
        </p:txBody>
      </p:sp>
      <p:sp>
        <p:nvSpPr>
          <p:cNvPr id="3" name="Content Placeholder 2">
            <a:extLst>
              <a:ext uri="{FF2B5EF4-FFF2-40B4-BE49-F238E27FC236}">
                <a16:creationId xmlns:a16="http://schemas.microsoft.com/office/drawing/2014/main" id="{66B54281-2EEE-9940-D400-709754D7DC05}"/>
              </a:ext>
            </a:extLst>
          </p:cNvPr>
          <p:cNvSpPr>
            <a:spLocks noGrp="1"/>
          </p:cNvSpPr>
          <p:nvPr>
            <p:ph idx="1"/>
          </p:nvPr>
        </p:nvSpPr>
        <p:spPr>
          <a:xfrm>
            <a:off x="752835" y="1488613"/>
            <a:ext cx="8596668" cy="3880773"/>
          </a:xfrm>
        </p:spPr>
        <p:txBody>
          <a:bodyPr/>
          <a:lstStyle/>
          <a:p>
            <a:r>
              <a:rPr lang="en-US" dirty="0"/>
              <a:t>Offline rescue team device(Walkie-talkies)</a:t>
            </a:r>
          </a:p>
          <a:p>
            <a:r>
              <a:rPr lang="en-US" dirty="0"/>
              <a:t>Disaster warning notification &amp; Emergency sirens.</a:t>
            </a:r>
          </a:p>
          <a:p>
            <a:r>
              <a:rPr lang="en-US" dirty="0"/>
              <a:t>Faster rescue operation.</a:t>
            </a:r>
          </a:p>
          <a:p>
            <a:r>
              <a:rPr lang="en-US" dirty="0"/>
              <a:t>Shelter location information.</a:t>
            </a:r>
          </a:p>
          <a:p>
            <a:r>
              <a:rPr lang="en-US" dirty="0"/>
              <a:t>Emergency rescue request.</a:t>
            </a:r>
          </a:p>
          <a:p>
            <a:r>
              <a:rPr lang="en-US" dirty="0"/>
              <a:t>Quick communication.</a:t>
            </a:r>
          </a:p>
          <a:p>
            <a:r>
              <a:rPr lang="en-US" dirty="0"/>
              <a:t>Improve public safety.</a:t>
            </a:r>
          </a:p>
          <a:p>
            <a:r>
              <a:rPr lang="en-US" dirty="0"/>
              <a:t>Disaster Management dashboard.</a:t>
            </a:r>
            <a:endParaRPr lang="en-IN" dirty="0"/>
          </a:p>
        </p:txBody>
      </p:sp>
    </p:spTree>
    <p:extLst>
      <p:ext uri="{BB962C8B-B14F-4D97-AF65-F5344CB8AC3E}">
        <p14:creationId xmlns:p14="http://schemas.microsoft.com/office/powerpoint/2010/main" val="3418105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F35FF-0882-D993-3326-8CC5390C077D}"/>
              </a:ext>
            </a:extLst>
          </p:cNvPr>
          <p:cNvSpPr>
            <a:spLocks noGrp="1"/>
          </p:cNvSpPr>
          <p:nvPr>
            <p:ph type="title"/>
          </p:nvPr>
        </p:nvSpPr>
        <p:spPr>
          <a:xfrm>
            <a:off x="677334" y="609599"/>
            <a:ext cx="8596668" cy="6479097"/>
          </a:xfrm>
        </p:spPr>
        <p:txBody>
          <a:bodyPr/>
          <a:lstStyle/>
          <a:p>
            <a:r>
              <a:rPr lang="en-US" dirty="0"/>
              <a:t>HANDS-ON ACTIVITY :</a:t>
            </a:r>
            <a:br>
              <a:rPr lang="en-US" dirty="0"/>
            </a:br>
            <a:r>
              <a:rPr lang="en-US" dirty="0"/>
              <a:t>                 </a:t>
            </a:r>
            <a:r>
              <a:rPr lang="en-US" sz="2800" dirty="0">
                <a:solidFill>
                  <a:schemeClr val="bg2">
                    <a:lumMod val="50000"/>
                  </a:schemeClr>
                </a:solidFill>
              </a:rPr>
              <a:t>Strategic Information :</a:t>
            </a:r>
            <a:br>
              <a:rPr lang="en-US" sz="2800" dirty="0">
                <a:solidFill>
                  <a:schemeClr val="bg2">
                    <a:lumMod val="50000"/>
                  </a:schemeClr>
                </a:solidFill>
              </a:rPr>
            </a:br>
            <a:br>
              <a:rPr lang="en-US" sz="2800" dirty="0">
                <a:solidFill>
                  <a:schemeClr val="bg2">
                    <a:lumMod val="50000"/>
                  </a:schemeClr>
                </a:solidFill>
              </a:rPr>
            </a:br>
            <a:br>
              <a:rPr lang="en-US" sz="2800" dirty="0">
                <a:solidFill>
                  <a:schemeClr val="bg2">
                    <a:lumMod val="50000"/>
                  </a:schemeClr>
                </a:solidFill>
              </a:rPr>
            </a:br>
            <a:br>
              <a:rPr lang="en-US" sz="2800" dirty="0">
                <a:solidFill>
                  <a:schemeClr val="bg2">
                    <a:lumMod val="50000"/>
                  </a:schemeClr>
                </a:solidFill>
              </a:rPr>
            </a:br>
            <a:r>
              <a:rPr lang="en-US" sz="2800" dirty="0">
                <a:solidFill>
                  <a:schemeClr val="bg2">
                    <a:lumMod val="50000"/>
                  </a:schemeClr>
                </a:solidFill>
              </a:rPr>
              <a:t>                     </a:t>
            </a:r>
            <a:r>
              <a:rPr kumimoji="0" lang="en-US" sz="2800" b="0" i="0" u="none" strike="noStrike" kern="1200" cap="none" spc="0" normalizeH="0" baseline="0" noProof="0" dirty="0">
                <a:ln>
                  <a:noFill/>
                </a:ln>
                <a:solidFill>
                  <a:srgbClr val="EBDDC3">
                    <a:lumMod val="50000"/>
                  </a:srgbClr>
                </a:solidFill>
                <a:effectLst/>
                <a:uLnTx/>
                <a:uFillTx/>
                <a:latin typeface="Franklin Gothic Medium" panose="020B0603020102020204"/>
                <a:ea typeface="+mj-ea"/>
                <a:cs typeface="+mj-cs"/>
              </a:rPr>
              <a:t> Tactical Information :</a:t>
            </a:r>
            <a:br>
              <a:rPr kumimoji="0" lang="en-US" sz="2800" b="0" i="0" u="none" strike="noStrike" kern="1200" cap="none" spc="0" normalizeH="0" baseline="0" noProof="0" dirty="0">
                <a:ln>
                  <a:noFill/>
                </a:ln>
                <a:solidFill>
                  <a:srgbClr val="EBDDC3">
                    <a:lumMod val="50000"/>
                  </a:srgbClr>
                </a:solidFill>
                <a:effectLst/>
                <a:uLnTx/>
                <a:uFillTx/>
                <a:latin typeface="Franklin Gothic Medium" panose="020B0603020102020204"/>
                <a:ea typeface="+mj-ea"/>
                <a:cs typeface="+mj-cs"/>
              </a:rPr>
            </a:br>
            <a:r>
              <a:rPr kumimoji="0" lang="en-US" sz="2800" b="0" i="0" u="none" strike="noStrike" kern="1200" cap="none" spc="0" normalizeH="0" baseline="0" noProof="0" dirty="0">
                <a:ln>
                  <a:noFill/>
                </a:ln>
                <a:solidFill>
                  <a:srgbClr val="EBDDC3">
                    <a:lumMod val="50000"/>
                  </a:srgbClr>
                </a:solidFill>
                <a:effectLst/>
                <a:uLnTx/>
                <a:uFillTx/>
                <a:latin typeface="Franklin Gothic Medium" panose="020B0603020102020204"/>
                <a:ea typeface="+mj-ea"/>
                <a:cs typeface="+mj-cs"/>
              </a:rPr>
              <a:t> </a:t>
            </a:r>
            <a:br>
              <a:rPr lang="en-US" sz="2800" dirty="0">
                <a:solidFill>
                  <a:schemeClr val="bg2">
                    <a:lumMod val="50000"/>
                  </a:schemeClr>
                </a:solidFill>
              </a:rPr>
            </a:br>
            <a:r>
              <a:rPr lang="en-US" sz="2800" dirty="0">
                <a:solidFill>
                  <a:schemeClr val="bg2">
                    <a:lumMod val="50000"/>
                  </a:schemeClr>
                </a:solidFill>
              </a:rPr>
              <a:t>                      </a:t>
            </a:r>
            <a:br>
              <a:rPr lang="en-US" sz="2800" dirty="0">
                <a:solidFill>
                  <a:schemeClr val="bg2">
                    <a:lumMod val="50000"/>
                  </a:schemeClr>
                </a:solidFill>
              </a:rPr>
            </a:br>
            <a:r>
              <a:rPr lang="en-US" sz="2800" dirty="0">
                <a:solidFill>
                  <a:schemeClr val="bg2">
                    <a:lumMod val="50000"/>
                  </a:schemeClr>
                </a:solidFill>
              </a:rPr>
              <a:t>                     </a:t>
            </a:r>
            <a:br>
              <a:rPr lang="en-US" sz="2800" dirty="0">
                <a:solidFill>
                  <a:schemeClr val="bg2">
                    <a:lumMod val="50000"/>
                  </a:schemeClr>
                </a:solidFill>
              </a:rPr>
            </a:br>
            <a:r>
              <a:rPr lang="en-US" sz="2800" dirty="0">
                <a:solidFill>
                  <a:schemeClr val="bg2">
                    <a:lumMod val="50000"/>
                  </a:schemeClr>
                </a:solidFill>
              </a:rPr>
              <a:t>                      Operational Information :                </a:t>
            </a:r>
            <a:endParaRPr lang="en-IN" sz="2800" dirty="0">
              <a:solidFill>
                <a:schemeClr val="bg2">
                  <a:lumMod val="50000"/>
                </a:schemeClr>
              </a:solidFill>
            </a:endParaRPr>
          </a:p>
        </p:txBody>
      </p:sp>
      <p:sp>
        <p:nvSpPr>
          <p:cNvPr id="3" name="Content Placeholder 2">
            <a:extLst>
              <a:ext uri="{FF2B5EF4-FFF2-40B4-BE49-F238E27FC236}">
                <a16:creationId xmlns:a16="http://schemas.microsoft.com/office/drawing/2014/main" id="{054DC057-6CD2-7332-C69F-855947D45E07}"/>
              </a:ext>
            </a:extLst>
          </p:cNvPr>
          <p:cNvSpPr>
            <a:spLocks noGrp="1"/>
          </p:cNvSpPr>
          <p:nvPr>
            <p:ph idx="1"/>
          </p:nvPr>
        </p:nvSpPr>
        <p:spPr>
          <a:xfrm>
            <a:off x="3967993" y="1803633"/>
            <a:ext cx="5394121" cy="5054367"/>
          </a:xfrm>
        </p:spPr>
        <p:txBody>
          <a:bodyPr>
            <a:normAutofit fontScale="92500" lnSpcReduction="20000"/>
          </a:bodyPr>
          <a:lstStyle/>
          <a:p>
            <a:r>
              <a:rPr lang="en-US" dirty="0"/>
              <a:t>Disaster preparedness planning.</a:t>
            </a:r>
          </a:p>
          <a:p>
            <a:r>
              <a:rPr lang="en-US" dirty="0"/>
              <a:t>Planning new shelters in high-risk areas.</a:t>
            </a:r>
          </a:p>
          <a:p>
            <a:r>
              <a:rPr lang="en-US" dirty="0"/>
              <a:t>Long term risk assessment.</a:t>
            </a:r>
          </a:p>
          <a:p>
            <a:r>
              <a:rPr lang="en-US" dirty="0"/>
              <a:t>Budget &amp; Resource planning</a:t>
            </a:r>
          </a:p>
          <a:p>
            <a:endParaRPr lang="en-US" dirty="0"/>
          </a:p>
          <a:p>
            <a:r>
              <a:rPr lang="en-US" dirty="0"/>
              <a:t>Monthly rescue team allocation.</a:t>
            </a:r>
          </a:p>
          <a:p>
            <a:r>
              <a:rPr lang="en-US" dirty="0"/>
              <a:t>Shelter capacity management.</a:t>
            </a:r>
          </a:p>
          <a:p>
            <a:r>
              <a:rPr lang="en-US" dirty="0"/>
              <a:t>Resource distribution planning.</a:t>
            </a:r>
          </a:p>
          <a:p>
            <a:r>
              <a:rPr lang="en-US" dirty="0"/>
              <a:t>Training schedules for rescue teams.</a:t>
            </a:r>
          </a:p>
          <a:p>
            <a:endParaRPr lang="en-US" dirty="0"/>
          </a:p>
          <a:p>
            <a:r>
              <a:rPr lang="en-IN" dirty="0"/>
              <a:t>Daily disaster alerts sent.</a:t>
            </a:r>
          </a:p>
          <a:p>
            <a:r>
              <a:rPr lang="en-IN" dirty="0"/>
              <a:t>Shelter occupancy status.</a:t>
            </a:r>
          </a:p>
          <a:p>
            <a:r>
              <a:rPr lang="en-IN" dirty="0"/>
              <a:t>Daily weather monitoring.</a:t>
            </a:r>
          </a:p>
          <a:p>
            <a:r>
              <a:rPr lang="en-IN" dirty="0"/>
              <a:t>Rescue team location tracking.</a:t>
            </a:r>
          </a:p>
          <a:p>
            <a:r>
              <a:rPr lang="en-IN" dirty="0"/>
              <a:t>Rescue request received.</a:t>
            </a:r>
          </a:p>
        </p:txBody>
      </p:sp>
    </p:spTree>
    <p:extLst>
      <p:ext uri="{BB962C8B-B14F-4D97-AF65-F5344CB8AC3E}">
        <p14:creationId xmlns:p14="http://schemas.microsoft.com/office/powerpoint/2010/main" val="741041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623957-4768-A7D4-09CE-718210FEBA47}"/>
              </a:ext>
            </a:extLst>
          </p:cNvPr>
          <p:cNvPicPr>
            <a:picLocks noChangeAspect="1"/>
          </p:cNvPicPr>
          <p:nvPr/>
        </p:nvPicPr>
        <p:blipFill>
          <a:blip r:embed="rId2"/>
          <a:stretch>
            <a:fillRect/>
          </a:stretch>
        </p:blipFill>
        <p:spPr>
          <a:xfrm>
            <a:off x="766917" y="862744"/>
            <a:ext cx="9114502" cy="6061587"/>
          </a:xfrm>
          <a:prstGeom prst="rect">
            <a:avLst/>
          </a:prstGeom>
        </p:spPr>
      </p:pic>
      <p:sp>
        <p:nvSpPr>
          <p:cNvPr id="8" name="TextBox 7">
            <a:extLst>
              <a:ext uri="{FF2B5EF4-FFF2-40B4-BE49-F238E27FC236}">
                <a16:creationId xmlns:a16="http://schemas.microsoft.com/office/drawing/2014/main" id="{4A8953DE-B71D-2730-E12E-79EE870086D7}"/>
              </a:ext>
            </a:extLst>
          </p:cNvPr>
          <p:cNvSpPr txBox="1"/>
          <p:nvPr/>
        </p:nvSpPr>
        <p:spPr>
          <a:xfrm>
            <a:off x="530942" y="176981"/>
            <a:ext cx="6784258" cy="707886"/>
          </a:xfrm>
          <a:prstGeom prst="rect">
            <a:avLst/>
          </a:prstGeom>
          <a:noFill/>
        </p:spPr>
        <p:txBody>
          <a:bodyPr wrap="square" rtlCol="0">
            <a:spAutoFit/>
          </a:bodyPr>
          <a:lstStyle/>
          <a:p>
            <a:r>
              <a:rPr lang="en-US" sz="3600" b="1" dirty="0">
                <a:solidFill>
                  <a:schemeClr val="accent1"/>
                </a:solidFill>
                <a:latin typeface="+mj-lt"/>
              </a:rPr>
              <a:t>USE CASE DIAGRAM </a:t>
            </a:r>
            <a:r>
              <a:rPr lang="en-US" sz="4000" b="1" dirty="0">
                <a:solidFill>
                  <a:srgbClr val="00B0F0"/>
                </a:solidFill>
                <a:latin typeface="+mj-lt"/>
              </a:rPr>
              <a:t>:</a:t>
            </a:r>
            <a:endParaRPr lang="en-IN" sz="4000" b="1" dirty="0">
              <a:solidFill>
                <a:srgbClr val="00B0F0"/>
              </a:solidFill>
              <a:latin typeface="+mj-lt"/>
            </a:endParaRPr>
          </a:p>
        </p:txBody>
      </p:sp>
    </p:spTree>
    <p:extLst>
      <p:ext uri="{BB962C8B-B14F-4D97-AF65-F5344CB8AC3E}">
        <p14:creationId xmlns:p14="http://schemas.microsoft.com/office/powerpoint/2010/main" val="1848551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3012D2-C379-6F7C-D6D5-091A80394E2C}"/>
              </a:ext>
            </a:extLst>
          </p:cNvPr>
          <p:cNvSpPr txBox="1"/>
          <p:nvPr/>
        </p:nvSpPr>
        <p:spPr>
          <a:xfrm>
            <a:off x="963562" y="167148"/>
            <a:ext cx="6037006" cy="646331"/>
          </a:xfrm>
          <a:prstGeom prst="rect">
            <a:avLst/>
          </a:prstGeom>
          <a:noFill/>
        </p:spPr>
        <p:txBody>
          <a:bodyPr wrap="square" rtlCol="0">
            <a:spAutoFit/>
          </a:bodyPr>
          <a:lstStyle/>
          <a:p>
            <a:r>
              <a:rPr lang="en-US" sz="3600" b="1" dirty="0">
                <a:solidFill>
                  <a:schemeClr val="accent1"/>
                </a:solidFill>
                <a:latin typeface="+mj-lt"/>
              </a:rPr>
              <a:t>ADMIN ACTIVITY DIAGRAM :</a:t>
            </a:r>
            <a:endParaRPr lang="en-IN" sz="3600" b="1" dirty="0">
              <a:solidFill>
                <a:schemeClr val="accent1"/>
              </a:solidFill>
              <a:latin typeface="+mj-lt"/>
            </a:endParaRPr>
          </a:p>
        </p:txBody>
      </p:sp>
      <p:pic>
        <p:nvPicPr>
          <p:cNvPr id="6" name="Picture 5">
            <a:extLst>
              <a:ext uri="{FF2B5EF4-FFF2-40B4-BE49-F238E27FC236}">
                <a16:creationId xmlns:a16="http://schemas.microsoft.com/office/drawing/2014/main" id="{BD692167-C8F8-9516-2659-A118C0CDEBC6}"/>
              </a:ext>
            </a:extLst>
          </p:cNvPr>
          <p:cNvPicPr>
            <a:picLocks noChangeAspect="1"/>
          </p:cNvPicPr>
          <p:nvPr/>
        </p:nvPicPr>
        <p:blipFill>
          <a:blip r:embed="rId2"/>
          <a:stretch>
            <a:fillRect/>
          </a:stretch>
        </p:blipFill>
        <p:spPr>
          <a:xfrm>
            <a:off x="757084" y="813478"/>
            <a:ext cx="9311148" cy="6044521"/>
          </a:xfrm>
          <a:prstGeom prst="rect">
            <a:avLst/>
          </a:prstGeom>
        </p:spPr>
      </p:pic>
    </p:spTree>
    <p:extLst>
      <p:ext uri="{BB962C8B-B14F-4D97-AF65-F5344CB8AC3E}">
        <p14:creationId xmlns:p14="http://schemas.microsoft.com/office/powerpoint/2010/main" val="2039838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2D8913-90E4-08D2-C366-F01A6D19C977}"/>
              </a:ext>
            </a:extLst>
          </p:cNvPr>
          <p:cNvSpPr txBox="1"/>
          <p:nvPr/>
        </p:nvSpPr>
        <p:spPr>
          <a:xfrm>
            <a:off x="1219200" y="0"/>
            <a:ext cx="5338916" cy="646331"/>
          </a:xfrm>
          <a:prstGeom prst="rect">
            <a:avLst/>
          </a:prstGeom>
          <a:noFill/>
        </p:spPr>
        <p:txBody>
          <a:bodyPr wrap="square" rtlCol="0">
            <a:spAutoFit/>
          </a:bodyPr>
          <a:lstStyle/>
          <a:p>
            <a:r>
              <a:rPr lang="en-US" sz="3600" b="1" dirty="0">
                <a:solidFill>
                  <a:schemeClr val="accent1"/>
                </a:solidFill>
                <a:latin typeface="+mj-lt"/>
              </a:rPr>
              <a:t>ACTIVITY DIAGRAM :</a:t>
            </a:r>
            <a:endParaRPr lang="en-IN" b="1" dirty="0">
              <a:solidFill>
                <a:schemeClr val="accent1"/>
              </a:solidFill>
              <a:latin typeface="+mj-lt"/>
            </a:endParaRPr>
          </a:p>
        </p:txBody>
      </p:sp>
      <p:pic>
        <p:nvPicPr>
          <p:cNvPr id="7" name="Picture 6">
            <a:extLst>
              <a:ext uri="{FF2B5EF4-FFF2-40B4-BE49-F238E27FC236}">
                <a16:creationId xmlns:a16="http://schemas.microsoft.com/office/drawing/2014/main" id="{4112C39B-5334-8C79-B2D8-1AB30FEA703E}"/>
              </a:ext>
            </a:extLst>
          </p:cNvPr>
          <p:cNvPicPr>
            <a:picLocks noChangeAspect="1"/>
          </p:cNvPicPr>
          <p:nvPr/>
        </p:nvPicPr>
        <p:blipFill>
          <a:blip r:embed="rId2"/>
          <a:stretch>
            <a:fillRect/>
          </a:stretch>
        </p:blipFill>
        <p:spPr>
          <a:xfrm>
            <a:off x="1219200" y="646331"/>
            <a:ext cx="8858866" cy="6211669"/>
          </a:xfrm>
          <a:prstGeom prst="rect">
            <a:avLst/>
          </a:prstGeom>
        </p:spPr>
      </p:pic>
    </p:spTree>
    <p:extLst>
      <p:ext uri="{BB962C8B-B14F-4D97-AF65-F5344CB8AC3E}">
        <p14:creationId xmlns:p14="http://schemas.microsoft.com/office/powerpoint/2010/main" val="233103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60D8FC-E046-65FE-91D2-4EB85E41513C}"/>
              </a:ext>
            </a:extLst>
          </p:cNvPr>
          <p:cNvSpPr txBox="1"/>
          <p:nvPr/>
        </p:nvSpPr>
        <p:spPr>
          <a:xfrm>
            <a:off x="734960" y="38707"/>
            <a:ext cx="5361039" cy="646331"/>
          </a:xfrm>
          <a:prstGeom prst="rect">
            <a:avLst/>
          </a:prstGeom>
          <a:noFill/>
        </p:spPr>
        <p:txBody>
          <a:bodyPr wrap="square" rtlCol="0">
            <a:spAutoFit/>
          </a:bodyPr>
          <a:lstStyle/>
          <a:p>
            <a:r>
              <a:rPr lang="en-US" sz="3600" b="1" dirty="0">
                <a:solidFill>
                  <a:schemeClr val="accent1"/>
                </a:solidFill>
                <a:latin typeface="+mj-lt"/>
              </a:rPr>
              <a:t>SEQUENCE DIAGRAM : </a:t>
            </a:r>
            <a:endParaRPr lang="en-IN" sz="3600" b="1" dirty="0">
              <a:solidFill>
                <a:schemeClr val="accent1"/>
              </a:solidFill>
              <a:latin typeface="+mj-lt"/>
            </a:endParaRPr>
          </a:p>
        </p:txBody>
      </p:sp>
      <p:pic>
        <p:nvPicPr>
          <p:cNvPr id="6" name="Picture 5">
            <a:extLst>
              <a:ext uri="{FF2B5EF4-FFF2-40B4-BE49-F238E27FC236}">
                <a16:creationId xmlns:a16="http://schemas.microsoft.com/office/drawing/2014/main" id="{4980581A-FCE7-3FF9-E26A-530F08E0EA89}"/>
              </a:ext>
            </a:extLst>
          </p:cNvPr>
          <p:cNvPicPr>
            <a:picLocks noChangeAspect="1"/>
          </p:cNvPicPr>
          <p:nvPr/>
        </p:nvPicPr>
        <p:blipFill>
          <a:blip r:embed="rId2"/>
          <a:stretch>
            <a:fillRect/>
          </a:stretch>
        </p:blipFill>
        <p:spPr>
          <a:xfrm>
            <a:off x="734960" y="685038"/>
            <a:ext cx="9362770" cy="6172962"/>
          </a:xfrm>
          <a:prstGeom prst="rect">
            <a:avLst/>
          </a:prstGeom>
        </p:spPr>
      </p:pic>
    </p:spTree>
    <p:extLst>
      <p:ext uri="{BB962C8B-B14F-4D97-AF65-F5344CB8AC3E}">
        <p14:creationId xmlns:p14="http://schemas.microsoft.com/office/powerpoint/2010/main" val="531798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CAA048-D5DE-EED6-EDAA-9A5FD8F58D92}"/>
              </a:ext>
            </a:extLst>
          </p:cNvPr>
          <p:cNvSpPr txBox="1"/>
          <p:nvPr/>
        </p:nvSpPr>
        <p:spPr>
          <a:xfrm>
            <a:off x="816077" y="88491"/>
            <a:ext cx="6390968" cy="584775"/>
          </a:xfrm>
          <a:prstGeom prst="rect">
            <a:avLst/>
          </a:prstGeom>
          <a:noFill/>
        </p:spPr>
        <p:txBody>
          <a:bodyPr wrap="square" rtlCol="0">
            <a:spAutoFit/>
          </a:bodyPr>
          <a:lstStyle/>
          <a:p>
            <a:r>
              <a:rPr lang="en-US" sz="3200" b="1" dirty="0">
                <a:solidFill>
                  <a:schemeClr val="accent1"/>
                </a:solidFill>
                <a:latin typeface="+mj-lt"/>
              </a:rPr>
              <a:t>UML COMMUNICATION DIAGRAM :</a:t>
            </a:r>
            <a:endParaRPr lang="en-IN" sz="3200" b="1" dirty="0">
              <a:solidFill>
                <a:schemeClr val="accent1"/>
              </a:solidFill>
              <a:latin typeface="+mj-lt"/>
            </a:endParaRPr>
          </a:p>
        </p:txBody>
      </p:sp>
      <p:pic>
        <p:nvPicPr>
          <p:cNvPr id="6" name="Picture 5">
            <a:extLst>
              <a:ext uri="{FF2B5EF4-FFF2-40B4-BE49-F238E27FC236}">
                <a16:creationId xmlns:a16="http://schemas.microsoft.com/office/drawing/2014/main" id="{A689A0B2-21B7-51FA-2AD0-5F6E126B0183}"/>
              </a:ext>
            </a:extLst>
          </p:cNvPr>
          <p:cNvPicPr>
            <a:picLocks noChangeAspect="1"/>
          </p:cNvPicPr>
          <p:nvPr/>
        </p:nvPicPr>
        <p:blipFill>
          <a:blip r:embed="rId2"/>
          <a:stretch>
            <a:fillRect/>
          </a:stretch>
        </p:blipFill>
        <p:spPr>
          <a:xfrm>
            <a:off x="960864" y="673266"/>
            <a:ext cx="9687472" cy="6184734"/>
          </a:xfrm>
          <a:prstGeom prst="rect">
            <a:avLst/>
          </a:prstGeom>
        </p:spPr>
      </p:pic>
    </p:spTree>
    <p:extLst>
      <p:ext uri="{BB962C8B-B14F-4D97-AF65-F5344CB8AC3E}">
        <p14:creationId xmlns:p14="http://schemas.microsoft.com/office/powerpoint/2010/main" val="1075434609"/>
      </p:ext>
    </p:extLst>
  </p:cSld>
  <p:clrMapOvr>
    <a:masterClrMapping/>
  </p:clrMapOvr>
</p:sld>
</file>

<file path=ppt/theme/theme1.xml><?xml version="1.0" encoding="utf-8"?>
<a:theme xmlns:a="http://schemas.openxmlformats.org/drawingml/2006/main" name="Facet">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390</TotalTime>
  <Words>466</Words>
  <Application>Microsoft Office PowerPoint</Application>
  <PresentationFormat>Widescreen</PresentationFormat>
  <Paragraphs>77</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Franklin Gothic Book</vt:lpstr>
      <vt:lpstr>Franklin Gothic Medium</vt:lpstr>
      <vt:lpstr>Wingdings 3</vt:lpstr>
      <vt:lpstr>Facet</vt:lpstr>
      <vt:lpstr>PowerPoint Presentation</vt:lpstr>
      <vt:lpstr>PROBLEM STATEMENT :</vt:lpstr>
      <vt:lpstr>WHO ARE THE STAKEHOLDERS? Internal Users:      External Users:      Expected Users:  </vt:lpstr>
      <vt:lpstr>OBJECTIVES OF THE PROJECT :</vt:lpstr>
      <vt:lpstr>EXPECTED OUTPUTS :</vt:lpstr>
      <vt:lpstr>HANDS-ON ACTIVITY :                  Strategic Information :                          Tactical Information :                                                                      Operational Information :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pragatisatapathy21@outlook.com</dc:creator>
  <cp:lastModifiedBy>pragatisatapathy21@outlook.com</cp:lastModifiedBy>
  <cp:revision>2</cp:revision>
  <dcterms:created xsi:type="dcterms:W3CDTF">2026-06-03T15:39:24Z</dcterms:created>
  <dcterms:modified xsi:type="dcterms:W3CDTF">2026-06-24T16:33:18Z</dcterms:modified>
</cp:coreProperties>
</file>